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Engagement Reporting and Transaction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Show how campaign stakeholders review the doctor engagement outcomes created by sharing and doctor consumption.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Doctor and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Campaign analysts, operations leads, and trainers closing the loop after a doctor demo.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`/reports/collateral-transac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tions/&lt;brand_campaign_id&gt;/`.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Engagement Reporting and Transaction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Campaign analysts, operations leads, and trainers closing the loop after a doctor demo.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`/reports/collateral-transactions/&lt;brand_campaign_id&gt;/`.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Show how campaign stakeholders review the doctor engagement outcomes created by sharing and doctor consumption.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transaction dashboard aggregates the latest state per doctor, collateral, and field rep for the selected campaign.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collateral filter narrows the view when stakeholders want to discuss one asset at a time.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Summary counters surface clicked doctors, downloaded PDFs, viewed-last-page counts, and video watch buckets.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doctor table is the operational follow-up surface for identifying which doctors engaged and how far they got.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docs/product-user-flows/09-engagement-reporting-and-transaction-review.md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Open the campaign transaction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Engagement Reporting and Transaction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Navigate directly to the report URL for the campaign.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branded reporting page with a campaign selector, collateral filter, summary section, and doctor 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clearest operational view of whether the campaign is generating meaningful doctor interaction.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Stakeholders can immediately orient to the campaign and available collateral.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The dashboard is latest-state oriented, which is useful for follow-up but different from a raw event log.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transaction dashboard with summary metrics and doctor rows.</a:t>
            </a:r>
          </a:p>
        </p:txBody>
      </p:sp>
      <p:pic>
        <p:nvPicPr>
          <p:cNvPr id="19" name="Picture 18" descr="repor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top summary section and the campaign/collateral filters.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docs/product-user-flows/assets/engagement-reporting-and-transaction-review/report-dashboard.png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Filter to a specific collateral when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Engagement Reporting and Transaction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Choose a collateral from the drop-down and refresh the page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The same dashboard narrowed to a single collateral's doctor outcomes.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Filtering keeps the conversation concrete when the campaign has more than one asset.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summary metrics and doctor rows now reflect the selected collateral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This is a strong way to compare flagship collateral against supporting leaflets during a training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Transaction dashboard filtered to a specific collateral.</a:t>
            </a:r>
          </a:p>
        </p:txBody>
      </p:sp>
      <p:pic>
        <p:nvPicPr>
          <p:cNvPr id="19" name="Picture 18" descr="report-fil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same report with the collateral scope narrowed for discussion.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docs/product-user-flows/assets/engagement-reporting-and-transaction-review/report-filtered.png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Read doctor-level engagement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Engagement Reporting and Transaction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Scroll into the doctor rows and inspect who clicked, viewed, downloaded, or reached later video buckets.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doctor table that combines rep identity, doctor number, collateral title, and engagement state.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bridge from aggregate counts to real operational follow-up.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team can identify which doctors need another touchpoint or a different content approach.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Use the report right after the doctor-viewer demo so the audience recognizes how those actions appear operationally.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Doctor-level table used for campaign follow-up discussions.</a:t>
            </a:r>
          </a:p>
        </p:txBody>
      </p:sp>
      <p:pic>
        <p:nvPicPr>
          <p:cNvPr id="19" name="Picture 18" descr="repor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detailed rows that support rep and campaign follow-up.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docs/product-user-flows/assets/engagement-reporting-and-transaction-review/report-dashboard.png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Step 4: Export and reuse the report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Engagement Reporting and Transaction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Use the CSV download option and hand the resulting data to downstream reporting or follow-up teams.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report page designed for operational review and export, not just on-screen viewing.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Campaign reporting often continues outside the portal in spreadsheets or BI workflows.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transaction view can feed a follow-up or analytics process without manual rewriting.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Even if the deck demo does not actually export a CSV live, call out the button so users know the path exists.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Report page showing the export-oriented controls.</a:t>
            </a:r>
          </a:p>
        </p:txBody>
      </p:sp>
      <p:pic>
        <p:nvPicPr>
          <p:cNvPr id="19" name="Picture 18" descr="repor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controls that let stakeholders take the data beyond the portal screen.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docs/product-user-flows/assets/engagement-reporting-and-transaction-review/report-dashboard.png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Engagement Reporting and Transaction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Close the training pack with this deck so the audience sees the business value of the earlier workflows.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If time is short, focus on one collateral and one doctor row instead of trying to read every metric 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docs/product-user-flows/08-doctor-verification-and-collateral-consumption.md, backend/sharing_management/views_transactions_page.py, backend/sharing_management/services/transactions.py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seeded transaction dashboard on 2026-04-11.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Stakeholders can connect doctor actions back to what they saw in the field-rep and doctor decks.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audience understands the difference between top-line counts and doctor-level rows.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export path is documented clearly enough for follow-up teams.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docs/product-user-flows/08-doctor-verification-and-collateral-consumption.md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backend/sharing_management/views_transactions_page.py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backend/sharing_management/services/transactions.py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seeded transaction dashboard on 2026-04-11.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