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731520"/>
            <a:ext cx="164592" cy="51206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67208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Doctor Verification and Collateral 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6537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Show the doctor journey from WhatsApp short-link click through verification, viewer access, and archive/webinar exploration.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206240"/>
            <a:ext cx="2377440" cy="45720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31596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Doctor and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6355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Primary user: Doctors, trainers demonstrating the doctor experience, and support teams validating the public 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42432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Generated: 2026-04-23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96012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Training Pack</a:t>
            </a:r>
          </a:p>
          <a:p>
            <a:pPr algn="ctr"/>
            <a:r>
              <a:rPr sz="1300">
                <a:solidFill>
                  <a:srgbClr val="52667A"/>
                </a:solidFill>
                <a:latin typeface="Aptos"/>
              </a:rPr>
              <a:t>Public short-link path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`/shortlinks/go/&lt;code&gt;/`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which redirects into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`/view/collateral/verify/`.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Workflow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Doctor Verification and Collateral Consumption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Primary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Doctors, trainers demonstrating the doctor experience, and support teams validating the public 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Entry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Public short-link path `/shortlinks/go/&lt;code&gt;/` which redirects into `/view/collateral/verify/`.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Show the doctor journey from WhatsApp short-link click through verification, viewer access, and archive/webinar exploration.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06040"/>
            <a:ext cx="111556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What to 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90672"/>
            <a:ext cx="10607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Short links resolve to a doctor verification screen rather than directly exposing the collateral.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Verification is based on the last 10 digits of the WhatsApp number originally used in the share log.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A successful verify step grants access, creates or reuses the doctor engagement context, and renders the PDF/video viewer.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The viewer can show banners, embedded video, downloadable PDF content, archive links, webinar links, and the support chatbot.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The PDF viewer now auto-loads with device-aware behavior: most devices use an in-page scroll box, while iOS devices switch to inline lazy rendering.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Source manual: docs/product-user-flows/08-doctor-verification-and-collateral-consumption.md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1: Open the short link and reach the verification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Doctor Verification and Collateral Consumption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02A43"/>
                </a:solidFill>
                <a:latin typeface="Aptos"/>
              </a:rPr>
              <a:t>Tap the short link from the WhatsApp message.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02A43"/>
                </a:solidFill>
                <a:latin typeface="Aptos"/>
              </a:rPr>
              <a:t>A public Verify Access screen that asks for the WhatsApp number used during sharing and includes the floating support chatbot.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02A43"/>
                </a:solidFill>
                <a:latin typeface="Aptos"/>
              </a:rPr>
              <a:t>This prevents the collateral from behaving like an unguarded public file link.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02A43"/>
                </a:solidFill>
                <a:latin typeface="Aptos"/>
              </a:rPr>
              <a:t>The doctor is ready to prove they are the intended recipient.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52667A"/>
                </a:solidFill>
                <a:latin typeface="Aptos"/>
              </a:rPr>
              <a:t>Support teams should always ask for the exact shared number when helping a doctor who cannot unlock content.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Public doctor verify page reached from the short link.</a:t>
            </a:r>
          </a:p>
        </p:txBody>
      </p:sp>
      <p:pic>
        <p:nvPicPr>
          <p:cNvPr id="10" name="Picture 9" descr="doctor-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number-entry step required before content is unlocked.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docs/product-user-flows/assets/doctor-verification-and-collateral-consumption/doctor-verify.png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2: Verify with the same WhatsApp number used during sharing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Doctor Verification and Collateral Consumption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Enter the matching 10-digit number and submit the form.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A successful handoff into the doctor viewer instead of an access-denied message, with the unlocked collateral title and content area visible immediately.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matching logic is what binds the public doctor experience back to a specific share log and grants download access for that short link.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doctor gains access to the content and engagement tracking starts.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2667A"/>
                </a:solidFill>
                <a:latin typeface="Aptos"/>
              </a:rPr>
              <a:t>If verification fails, double-check number formatting and whether the rep used a different phone number during sharing.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Verified doctor viewer shown immediately after a successful unlock.</a:t>
            </a:r>
          </a:p>
        </p:txBody>
      </p:sp>
      <p:pic>
        <p:nvPicPr>
          <p:cNvPr id="10" name="Picture 9" descr="doctor-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content area that appears once verification succeeds.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docs/product-user-flows/assets/doctor-verification-and-collateral-consumption/doctor-viewer.png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3: Consume the PDF, banners, and video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Doctor Verification and Collateral Consumption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Scroll the PDF, watch the embedded video, or download the PDF copy.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A branded viewer with banners, embedded Vimeo player, download button, and an auto-loading PDF area that adapts to the device type.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This is the content experience the field rep promised to the doctor and the source of the later engagement metrics.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Doctor engagement events can be captured and reflected in downstream reporting.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2667A"/>
                </a:solidFill>
                <a:latin typeface="Aptos"/>
              </a:rPr>
              <a:t>The PDF area is intentionally large and scrollable because the product treats scroll depth as a meaningful engagement signal. On iPhone and iPad, the viewer switches to inline lazy rendering rather than a nested scroll box.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Doctor viewer showing banners, PDF download, and the embedded collateral content.</a:t>
            </a:r>
          </a:p>
        </p:txBody>
      </p:sp>
      <p:pic>
        <p:nvPicPr>
          <p:cNvPr id="10" name="Picture 9" descr="doctor-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content-consumption experience after verification.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docs/product-user-flows/assets/doctor-verification-and-collateral-consumption/doctor-viewer.png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4: Use the archive and webinar options when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Doctor Verification and Collateral Consumption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Open older collateral from the archive cards or launch the webinar link.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Additional campaign content options such as archive cards or a webinar panel below the primary collateral.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product can extend beyond a single PDF or video and act as a campaign micro-journey for the doctor.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doctor can discover related material without needing a separate share from the rep.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2667A"/>
                </a:solidFill>
                <a:latin typeface="Aptos"/>
              </a:rPr>
              <a:t>Archive and webinar blocks are collateral-dependent, so explain that they appear only when the asset was configured with those extras.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Doctor viewer lower section showing optional follow-on content below the main collateral.</a:t>
            </a:r>
          </a:p>
        </p:txBody>
      </p:sp>
      <p:pic>
        <p:nvPicPr>
          <p:cNvPr id="10" name="Picture 9" descr="doctor-viewer-arch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webinar panel and any archive follow-ons available to the doctor after unlock.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docs/product-user-flows/assets/doctor-verification-and-collateral-consumption/doctor-viewer-archive.png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Trainer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Doctor Verification and Collateral Consumption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72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  <a:latin typeface="Aptos"/>
              </a:rPr>
              <a:t>Facilitation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241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Use the exact phone number from the seeded ShareLog when demonstrating the unlock step.</a:t>
            </a:r>
          </a:p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If you demonstrate on iPhone or iPad, explain that the PDF scrolls inline with lazy page rendering rather than inside a separate box.</a:t>
            </a:r>
          </a:p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A successful doctor demo is the best setup for the reporting deck because it gives the audience a concrete event chain to remember.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Related documents: docs/product-user-flows/07-field-rep-sharing-and-doctor-bulk-upload.md, docs/product-user-flows/09-engagement-reporting-and-transaction-review.md, backend/doctor_viewer/views.py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Validated against the seeded public doctor flow on 2026-04-23, including the current support widget and device-aware PDF viewer behavior.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What success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The audience can explain why the doctor must use the same WhatsApp number.</a:t>
            </a:r>
          </a:p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The doctor viewer's main content areas are easy to identify.</a:t>
            </a:r>
          </a:p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Archive and webinar options are understood as optional extensions of the core 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143000"/>
            <a:ext cx="4937760" cy="361188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12280" y="146304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Use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1828800"/>
            <a:ext cx="4069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docs/product-user-flows/07-field-rep-sharing-and-doctor-bulk-upload.md</a:t>
            </a:r>
          </a:p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docs/product-user-flows/09-engagement-reporting-and-transaction-review.md</a:t>
            </a:r>
          </a:p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backend/doctor_viewer/views.py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692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Validated against the seeded public doctor flow on 2026-04-23, including the current support widget and device-aware PDF viewer behavior.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