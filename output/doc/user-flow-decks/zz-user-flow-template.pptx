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Reusable Training Deck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Template deck showing the standard slide types used across the product training pack.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Documentation and enablement teams.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Use as the styling baseline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for future workflow decks.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Reusable Training Deck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Documentation and enablement teams.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Use as the styling baseline for future workflow decks.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Template deck showing the standard slide types used across the product training pack.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Cover slide for the workflow title and audience.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Overview slide for purpose, user, and entry point.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Step detail slide with screenshot and trainer notes.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Trainer tips and close-out slides for delivery.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docs/product-user-flows/99-user-flow-template.md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Wide Screenshot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60120"/>
            <a:ext cx="1106424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234440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Use this layout when a single page screenshot carries most of the teaching value.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10378440" cy="384048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52667A"/>
                </a:solidFill>
                <a:latin typeface="Aptos"/>
              </a:rPr>
              <a:t>Insert full-width screenshot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Comparison / Decision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325880"/>
            <a:ext cx="52120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B8A6"/>
                </a:solidFill>
                <a:latin typeface="Aptos"/>
              </a:rPr>
              <a:t>Option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480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When the workflow is role-specific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When one screen is the primary teaching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97316"/>
                </a:solidFill>
                <a:latin typeface="Aptos"/>
              </a:rPr>
              <a:t>Option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480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When a deck needs a branch or exception path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When trainers need a decision checklist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Reusable Training Deck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Keep screenshots large and readable.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Prefer one screen per step rather than dense multi-screen collages.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Generated on 2026-04-11.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deck feels presentation-ready and editable.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Layout consistency matches the workflow decks in this pack.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docs/product-user-flows/README.md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Generated on 2026-04-11.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