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Reusable Training Deck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Template deck showing the standard slide types used across the product training pack.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Documentation and enablement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Use as the styling baseline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for future workflow decks.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Reusable Training Deck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Documentation and enablement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Use as the styling baseline for future workflow decks.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Template deck showing the standard slide types used across the product training pack.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Cover slide for the workflow title and audience.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Overview slide for purpose, user, and entry point.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Step detail slide with screenshot and trainer notes.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Trainer tips and close-out slides for delivery.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docs/product-user-flows/99-user-flow-template.md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Wide Screenshot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tos"/>
              </a:rPr>
              <a:t>Use this layout when a single page screenshot carries most of the teaching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10378440" cy="3840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2667A"/>
                </a:solidFill>
                <a:latin typeface="Aptos"/>
              </a:rPr>
              <a:t>Insert full-width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Comparison / Decision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Aptos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When the workflow is role-specific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When one screen is the primary teaching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Aptos"/>
              </a:rPr>
              <a:t>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When a deck needs a branch or exception path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When trainers need a decision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Reusable Training Deck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Keep screenshots large and readable.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Prefer one screen per step rather than dense multi-screen collages.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Generated on 2026-04-23.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deck feels presentation-ready and editable.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Layout consistency matches the workflow decks in this pack.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Generated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