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731520"/>
            <a:ext cx="164592" cy="51206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67208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Internal Campaign Operations from the Manage Data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6537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Teach internal operators how to search campaign inventory, open individual campaigns, and branch into the linked operational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206240"/>
            <a:ext cx="2377440" cy="45720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31596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Publisher and Campaign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983480"/>
            <a:ext cx="6355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Primary user: Internal campaign operators and trainers onboarding operational staff.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42432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Generated: 2026-04-23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96012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Training Pack</a:t>
            </a:r>
          </a:p>
          <a:p>
            <a:pPr algn="ctr"/>
            <a:r>
              <a:rPr sz="1300">
                <a:solidFill>
                  <a:srgbClr val="52667A"/>
                </a:solidFill>
                <a:latin typeface="Aptos"/>
              </a:rPr>
              <a:t>Authenticated portal login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followed by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`/campaigns/manage-data/`.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Workflow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Internal Campaign Operations from the Manage Data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Primary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Internal campaign operators and trainers onboarding operational staff.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Entry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Authenticated portal login followed by `/campaigns/manage-data/`.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Teach internal operators how to search campaign inventory, open individual campaigns, and branch into the linked operational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06040"/>
            <a:ext cx="111556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What to cover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90672"/>
            <a:ext cx="10607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The Manage Data Panel pulls campaign reference data from the master database and merges it with any local portal campaign rows.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Operators can search by brand campaign ID, brand name, or company name.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Every campaign row provides direct shortcuts into view, edit, collateral, and field-rep operations.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This screen is the fastest route for orienting to a campaign before switching into a role-specific workflow.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Source manual: docs/product-user-flows/03-internal-campaign-operations-from-the-manage-data-panel.md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1: Log in and open the Manage Data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Internal Campaign Operations from the Manage Data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Sign in to the portal and navigate to the Manage Data Panel.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A searchable campaign table with brand campaign IDs, brand names, company names, dates, and row buttons labeled `View`, `Edit`, `Collateral`, and `Field Reps`.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This is the operational inventory of campaigns that can be maintained in the portal right now.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The operator can quickly locate the campaign that needs work.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2667A"/>
                </a:solidFill>
                <a:latin typeface="Aptos"/>
              </a:rPr>
              <a:t>The live-search field debounces and refreshes the URL query string automatically. Blank start or end dates usually mean the portal-side campaign row is not fully configured yet.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Manage Data Panel with campaign inventory and action buttons.</a:t>
            </a:r>
          </a:p>
        </p:txBody>
      </p:sp>
      <p:pic>
        <p:nvPicPr>
          <p:cNvPr id="10" name="Picture 9" descr="manage-data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search field and per-row action shortcuts.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docs/product-user-flows/assets/internal-campaign-operations-from-the-manage-data-panel/manage-data-panel.png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2: Filter and inspect a specific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Internal Campaign Operations from the Manage Data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Use the live search field and open the selected campaign's view or edit route.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A campaign detail or campaign update page where the operator can confirm the local description, dates, status, and other portal-side metadata for the selected brand campaign.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Operators rarely work on every campaign at once; the panel is meant to narrow attention to a single campaign quickly.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The campaign row that matters is isolated and ready for action.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2667A"/>
                </a:solidFill>
                <a:latin typeface="Aptos"/>
              </a:rPr>
              <a:t>Use `View` when you only need a quick read of the campaign, and `Edit` when you need to change the PE-side metadata or inspect the master read-only fields in more depth.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Campaign detail page reached from the Manage Data Panel.</a:t>
            </a:r>
          </a:p>
        </p:txBody>
      </p:sp>
      <p:pic>
        <p:nvPicPr>
          <p:cNvPr id="10" name="Picture 9" descr="campaign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campaign-specific detail context after selecting a row.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docs/product-user-flows/assets/internal-campaign-operations-from-the-manage-data-panel/campaign-detail.png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3: Branch into the next operational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Internal Campaign Operations from the Manage Data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Choose the shortcut for collateral management or field-rep management from the same row.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A new tab that opens either the collateral dashboard or the field-rep administration list with the same brand campaign ID already carried into the next screen.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The Manage Data Panel is meant to hand campaign context forward instead of forcing users to re-enter campaign IDs elsewhere.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The next workflow opens already focused on the same brand campaign.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2667A"/>
                </a:solidFill>
                <a:latin typeface="Aptos"/>
              </a:rPr>
              <a:t>This is where trainers should explain the brand campaign ID as the shared handoff key across the product. The `Collateral` button opens the rep-facing collateral dashboard, and `Field Reps` opens the staff rep list.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Campaign row with shortcut buttons for downstream operations.</a:t>
            </a:r>
          </a:p>
        </p:txBody>
      </p:sp>
      <p:pic>
        <p:nvPicPr>
          <p:cNvPr id="10" name="Picture 9" descr="manage-data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direct handoff from campaign inventory into field-rep and collateral routes.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docs/product-user-flows/assets/internal-campaign-operations-from-the-manage-data-panel/manage-data-panel.png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Step 4: Confirm downstream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Internal Campaign Operations from the Manage Data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Check that the campaign has the expected dates, status, and accessible collateral or rep routes.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A consistent campaign context across the linked screens.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A small mismatch at this stage can ripple into the sharing and doctor experience later.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The operator knows the campaign is ready for rep and collateral workflows.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2667A"/>
                </a:solidFill>
                <a:latin typeface="Aptos"/>
              </a:rPr>
              <a:t>The codebase currently links some operator buttons into routes that are role-gated differently, so it is worth validating the user account used for training ahead of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Campaign inventory used as the launching point for all downstream work.</a:t>
            </a:r>
          </a:p>
        </p:txBody>
      </p:sp>
      <p:pic>
        <p:nvPicPr>
          <p:cNvPr id="10" name="Picture 9" descr="manage-data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Campaign readiness before switching to the next role deck.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docs/product-user-flows/assets/internal-campaign-operations-from-the-manage-data-panel/manage-data-panel.png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Trainer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Internal Campaign Operations from the Manage Data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972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  <a:latin typeface="Aptos"/>
              </a:rPr>
              <a:t>Facilitation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241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102A43"/>
                </a:solidFill>
                <a:latin typeface="Aptos"/>
              </a:rPr>
              <a:t>Use this deck immediately after the publisher deck so the same campaign ID is still familiar.</a:t>
            </a:r>
          </a:p>
          <a:p>
            <a:pPr algn="l"/>
            <a:r>
              <a:rPr sz="2200">
                <a:solidFill>
                  <a:srgbClr val="102A43"/>
                </a:solidFill>
                <a:latin typeface="Aptos"/>
              </a:rPr>
              <a:t>Call out the current role-gating nuance when you demonstrate the collateral shortcut.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Related documents: docs/product-user-flows/04-admin-field-rep-and-doctor-management.md, docs/product-user-flows/05-collateral-authoring-and-message-setup.md, backend/campaign_management/views.py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Validated against the seeded Manage Data Panel on 2026-04-23.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What success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Operators can locate a campaign quickly from the campaign inventory.</a:t>
            </a:r>
          </a:p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The purpose of each row-level shortcut is understood.</a:t>
            </a:r>
          </a:p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The campaign is verified before the trainer moves into collateral or field-rep decks.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143000"/>
            <a:ext cx="4937760" cy="361188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12280" y="146304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Use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1828800"/>
            <a:ext cx="4069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docs/product-user-flows/04-admin-field-rep-and-doctor-management.md</a:t>
            </a:r>
          </a:p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docs/product-user-flows/05-collateral-authoring-and-message-setup.md</a:t>
            </a:r>
          </a:p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backend/campaign_management/views.py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692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Validated against the seeded Manage Data Panel on 2026-04-23.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