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731520"/>
            <a:ext cx="164592" cy="512064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67208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Internal Campaign Operations from the Manage Data Panel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65379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Teach internal operators how to search campaign inventory, open individual campaigns, and branch into the linked operational tools.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206240"/>
            <a:ext cx="2377440" cy="45720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315968"/>
            <a:ext cx="20116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Publisher and Campaign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6355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Primary user: Internal campaign operators and trainers onboarding operational staff.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742432"/>
            <a:ext cx="3200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Generated: 2026-04-11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960120"/>
            <a:ext cx="352044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1F33"/>
                </a:solidFill>
                <a:latin typeface="Aptos"/>
              </a:rPr>
              <a:t>Training Pack</a:t>
            </a:r>
          </a:p>
          <a:p>
            <a:pPr algn="ctr"/>
            <a:r>
              <a:rPr sz="1300">
                <a:solidFill>
                  <a:srgbClr val="52667A"/>
                </a:solidFill>
                <a:latin typeface="Aptos"/>
              </a:rPr>
              <a:t>Authenticated portal login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followed by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`/campaigns/manage-data/`.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Workflow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Internal Campaign Operations from the Manage Data Panel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Primary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Internal campaign operators and trainers onboarding operational staff.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Entry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Authenticated portal login followed by `/campaigns/manage-data/`.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Purpose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Teach internal operators how to search campaign inventory, open individual campaigns, and branch into the linked operational tools.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40"/>
            <a:ext cx="111556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788920"/>
            <a:ext cx="20116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What to cover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090672"/>
            <a:ext cx="106070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The Manage Data Panel pulls campaign reference data from the master database and merges it with any local portal campaign rows.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Operators can search by brand campaign ID, brand name, or company name.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Every campaign row provides direct shortcuts into view, edit, collateral, and field-rep operations.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This screen is the fastest route for orienting to a campaign before switching into a role-specific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Source manual: docs/product-user-flows/03-internal-campaign-operations-from-the-manage-data-panel.md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1: Log in and open the Manage Data Panel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Internal Campaign Operations from the Manage Data Panel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Sign in to the portal and navigate to the Manage Data Panel.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A searchable campaign table with brand campaign IDs, brand names, company names, dates, and action buttons.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This is the operational inventory of campaigns that can be maintained in the portal right now.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operator can quickly locate the campaign that needs work.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The campaign list combines master data and local data; blank start or end dates usually mean the portal-side campaign row is not fully configured yet.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Manage Data Panel with campaign inventory and action buttons.</a:t>
            </a:r>
          </a:p>
        </p:txBody>
      </p:sp>
      <p:pic>
        <p:nvPicPr>
          <p:cNvPr id="19" name="Picture 18" descr="manage-data-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search field and per-row action shortcuts.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docs/product-user-flows/assets/internal-campaign-operations-from-the-manage-data-panel/manage-data-panel.png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2: Filter and inspect a specific campaign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Internal Campaign Operations from the Manage Data Panel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Use the live search field and open the selected campaign's view or edit route.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A campaign-specific page where the operator can inspect current metadata and decide which downstream tool to use next.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Operators rarely work on every campaign at once; the panel is meant to narrow attention to a single campaign quickly.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campaign row that matters is isolated and ready for action.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In the current product, the view and edit buttons are usually enough to verify whether a portal campaign row already exists for a master campaign.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Campaign detail page reached from the Manage Data Panel.</a:t>
            </a:r>
          </a:p>
        </p:txBody>
      </p:sp>
      <p:pic>
        <p:nvPicPr>
          <p:cNvPr id="19" name="Picture 18" descr="campaign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campaign-specific detail context after selecting a row.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docs/product-user-flows/assets/internal-campaign-operations-from-the-manage-data-panel/campaign-detail.png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3: Branch into the next operational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Internal Campaign Operations from the Manage Data Panel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Choose the shortcut for collateral management or field-rep management from the same 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A new tab that opens the downstream route with the campaign already filtered.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Manage Data Panel is meant to hand campaign context forward instead of forcing users to re-enter campaign IDs elsewhere.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next workflow opens already focused on the same brand campaign.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This is where trainers should explain the campaign UUID as the shared handoff key across the product.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Campaign row with shortcut buttons for downstream operations.</a:t>
            </a:r>
          </a:p>
        </p:txBody>
      </p:sp>
      <p:pic>
        <p:nvPicPr>
          <p:cNvPr id="19" name="Picture 18" descr="manage-data-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direct handoff from campaign inventory into field-rep and collateral routes.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docs/product-user-flows/assets/internal-campaign-operations-from-the-manage-data-panel/manage-data-panel.png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tos"/>
              </a:rPr>
              <a:t>Step 4: Confirm downstream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Internal Campaign Operations from the Manage Data Panel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353312"/>
            <a:ext cx="393192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Check that the campaign has the expected dates, status, and accessible collateral or rep routes.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0116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93192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tos"/>
              </a:rPr>
              <a:t>A consistent campaign context across the linked screens.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6324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319272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A small mismatch at this stage can ripple into the sharing and doctor experience later.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069080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25112"/>
            <a:ext cx="393192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tos"/>
              </a:rPr>
              <a:t>The operator knows the campaign is ready for rep and collateral workflows.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65192"/>
            <a:ext cx="4023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2667A"/>
                </a:solidFill>
                <a:latin typeface="Aptos"/>
              </a:rPr>
              <a:t>The codebase currently links some operator buttons into routes that are role-gated differently, so it is worth validating the user account used for training ahead of 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Campaign inventory used as the launching point for all downstream work.</a:t>
            </a:r>
          </a:p>
        </p:txBody>
      </p:sp>
      <p:pic>
        <p:nvPicPr>
          <p:cNvPr id="19" name="Picture 18" descr="manage-data-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Campaign readiness before switching to the next role deck.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docs/product-user-flows/assets/internal-campaign-operations-from-the-manage-data-panel/manage-data-panel.png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Trainer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Internal Campaign Operations from the Manage Data Panel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4B8A6"/>
                </a:solidFill>
                <a:latin typeface="Aptos"/>
              </a:rPr>
              <a:t>Facilitation 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241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Use this deck immediately after the publisher deck so the same campaign ID is still familiar.</a:t>
            </a:r>
          </a:p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Call out the current role-gating nuance when you demonstrate the collateral shortcut.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Related documents: docs/product-user-flows/04-admin-field-rep-and-doctor-management.md, docs/product-user-flows/05-collateral-authoring-and-message-setup.md, backend/campaign_management/views.py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Validated against the seeded Manage Data Panel on 2026-04-11.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What success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Operators can locate a campaign quickly from the campaign inventory.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purpose of each row-level shortcut is understood.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campaign is verified before the trainer moves into collateral or field-rep decks.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92240" y="1143000"/>
            <a:ext cx="4937760" cy="361188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12280" y="1463040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Use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1828800"/>
            <a:ext cx="4069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docs/product-user-flows/04-admin-field-rep-and-doctor-management.md</a:t>
            </a:r>
          </a:p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docs/product-user-flows/05-collateral-authoring-and-message-setup.md</a:t>
            </a:r>
          </a:p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backend/campaign_management/views.py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6928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Validated against the seeded Manage Data Panel on 2026-04-11.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