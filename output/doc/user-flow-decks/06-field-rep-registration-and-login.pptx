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Field Rep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Explain the live public Field Rep login screen and how campaign-scoped reps sign in with Email ID and Field Rep ID.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Field Rep Journeys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Field reps and trainers preparing reps for their first campaign login.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Campaign-scoped Field Rep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login route: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`/share/fieldrep-gmail-login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/?campaign=&lt;brand_campaign_i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d&gt;`.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Field reps and trainers preparing reps for their first campaign login.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Campaign-scoped Field Rep login route: `/share/fieldrep-gmail-login/?campaign=&lt;brand_campaign_id&gt;`.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Explain the live public Field Rep login screen and how campaign-scoped reps sign in with Email ID and Field Rep 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Field reps are registered through the campaign manager or staff-admin workflow before they ever reach the public login page.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Public training now focuses on one live login pattern: Email ID plus Brand Specific Field ID.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Campaign context can travel in the query string or session so a rep is taken directly into the correct campaign after login.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Successful login takes the rep straight into the campaign share page used in workflow 07.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field-rep background can be campaign-specific when the campaign has a configured background image.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docs/product-user-flows/06-field-rep-registration-and-login.md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campaign-scoped Field Rep login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Launch the public Field Rep login URL for the selected campaign.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campaign-scoped login form labeled Brand Specific Field ID and Email ID, along with the campaign context and the floating support chatbot.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This is the live entry point field reps use after they have already been registered in the campaign manager workflow.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rep reaches the correct login surface for the campaign they need to work 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Set the expectation clearly: this page is for login only. Registration and rep setup happen earlier in the admin workflow covered in workflow 04.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Current Field Rep login page used for campaign-scoped rep access.</a:t>
            </a:r>
          </a:p>
        </p:txBody>
      </p:sp>
      <p:pic>
        <p:nvPicPr>
          <p:cNvPr id="10" name="Picture 9" descr="fieldrep-gmail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Email ID and Brand Specific Field ID fields that lead into the share experience.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docs/product-user-flows/assets/field-rep-registration-and-login/fieldrep-gmail-login.png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Sign in with Email ID and Field Rep 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Enter the Email ID and Brand Specific Field ID exactly as assigned for the campaign, then submit the form.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same login card until submission succeeds, after which the rep is redirected into the campaign share screen with the selected campaign already in context.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These two identifiers are the only public-login fields the rep needs for the live workflow.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rep lands on the share page and is ready to start sending collateral.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If login fails, confirm that the rep record exists in the campaign manager dashboard and that the Email ID plus Field Rep ID pair belongs to the same campaign assignment.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Field Rep login page showing the two identifiers required for campaign access.</a:t>
            </a:r>
          </a:p>
        </p:txBody>
      </p:sp>
      <p:pic>
        <p:nvPicPr>
          <p:cNvPr id="10" name="Picture 9" descr="fieldrep-gmail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credential fields and submit action used before the rep is redirected into sharing.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docs/product-user-flows/assets/field-rep-registration-and-login/fieldrep-gmail-login.png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Field Rep Login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Anchor the training on the actual two-field login pattern instead of describing historical public registration routes.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If the audience asks where reps are created, point them back to workflow 04 rather than expanding this deck into admin setup.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Keep this deck short so the training spends most of its time in the share workflow.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docs/product-user-flows/04-admin-field-rep-and-doctor-management.md, docs/product-user-flows/07-field-rep-sharing-and-doctor-bulk-upload.md, backend/sharing_management/views.py, backend/sharing_management/templates/sharing_management/fieldrep_gmail_login.html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current public Field Rep login screen on 2026-04-23; registration is documented in the admin workflow instead of the public rep deck.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Trainees understand that registration happens in the campaign manager or staff-admin workflow, not on the public rep page.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live public login uses only Email ID and Brand Specific Field ID.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Campaign context in the URL is explained clearly.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group is ready to continue into the share workflow with the correct login path.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docs/product-user-flows/04-admin-field-rep-and-doctor-management.md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backend/sharing_management/views.py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current public Field Rep login screen on 2026-04-23; registration is documented in the admin workflow instead of the public rep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