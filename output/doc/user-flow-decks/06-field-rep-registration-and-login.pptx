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Field Rep Registration and Login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Explain the current public field-rep access screens, including the legacy compatibility redirects, the password login page, and the active Gmail/manual or SSO login path.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Field Rep Journeys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Field reps and trainers preparing reps for their first campaign login.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Public routes under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`/share/fieldrep-register/`,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`/share/fieldrep-create-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password/`,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`/share/fieldrep-login/`,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and `/share/fieldrep-gmail-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login/`.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Registration and 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Field reps and trainers preparing reps for their first campaign login.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Public routes under `/share/fieldrep-register/`, `/share/fieldrep-create-password/`, `/share/fieldrep-login/`, and `/share/fieldrep-gmail-login/`.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Explain the current public field-rep access screens, including the legacy compatibility redirects, the password login page, and the active Gmail/manual or SSO login path.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legacy registration and create-password routes no longer collect new credentials; they redirect into the Gmail/manual login screen with an informational banner.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product still supports both email/password login and Brand Specific Field ID plus Email ID login patterns.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Signed SSO can also auto-complete the Gmail login flow by trusting the master Field Rep ID inside the URL or JWT payload.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Campaign context can travel in the query string or session so a rep is taken directly into the correct campaign after login.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field-rep background can be campaign-specific when the campaign has a configured background image.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docs/product-user-flows/06-field-rep-registration-and-login.md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1: Open the legacy registration route and observe the redirect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Registration and 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Launch the campaign-scoped registration URL that older launch materials may still reference.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The Gmail/manual login page with an info banner stating that Field Rep registration is no longer required.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This explains the current product behavior when older documentation or bookmarks still point to the registration route.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rep lands on the active login surface instead of a self-service sign-up form.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Call this out explicitly during training so the audience understands that the route is compatibility-only and not a live onboarding wizard anymore.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Legacy registration URL redirecting into the current Gmail/manual login page.</a:t>
            </a:r>
          </a:p>
        </p:txBody>
      </p:sp>
      <p:pic>
        <p:nvPicPr>
          <p:cNvPr id="19" name="Picture 18" descr="fieldrep-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informational banner and redirected login screen shown instead of the old registration form.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docs/product-user-flows/assets/field-rep-registration-and-login/fieldrep-register.png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2: Open the legacy create-password route and confirm the new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Registration and 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Launch the create-password URL, optionally carrying the rep email, Field ID, and campaign in the query string.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The same Gmail/manual login page, usually with the email and Field ID prefilled and the same informational banner.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This shows how older password-setup links now preserve context while handing the rep into the supported login path.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rep can continue with the current login flow without losing the campaign or identifier context.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Use this screen to explain that the product team simplified onboarding: reps are expected to log in, not create a new password from this route.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Legacy create-password URL redirecting into the current login page with preserved identifiers.</a:t>
            </a:r>
          </a:p>
        </p:txBody>
      </p:sp>
      <p:pic>
        <p:nvPicPr>
          <p:cNvPr id="19" name="Picture 18" descr="fieldrep-create-passw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redirected Gmail/manual login form with prefilled rep context.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docs/product-user-flows/assets/field-rep-registration-and-login/fieldrep-create-password.png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3: Review the direct email/password login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Registration and 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Open the field-rep login page tied to the active campaign.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focused login form that asks for email and password, preserves campaign context, and includes the same support chatbot used on the other public rep pages.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This is the most straightforward rep-login method for routine use.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rep knows where to enter their standard credentials when the campaign requires the password flow.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If the audience asks which login path to use, clarify what the current campaign rollout recommends before moving into the next workflow deck.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Email/password field-rep login page for the selected campaign.</a:t>
            </a:r>
          </a:p>
        </p:txBody>
      </p:sp>
      <p:pic>
        <p:nvPicPr>
          <p:cNvPr id="19" name="Picture 18" descr="fieldrep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direct credential-entry option for field reps.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docs/product-user-flows/assets/field-rep-registration-and-login/fieldrep-login.png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4: Use the active Gmail/manual or SSO login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Registration and 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Open the Gmail login route and either enter the Brand Specific Field ID plus Email ID manually or arrive through a signed SSO link that provides those values automatically.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campaign-scoped login form labeled Brand Specific Field ID and Email ID, along with the campaign context and the floating support chatbot.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This is the primary live access route into the share experience and the path used by the seeded demo.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rep reaches the campaign share page with the correct assignment and session context.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Manual login uses the brand-specific Field ID. Automatic SSO trusts the master Field Rep ID from the URL or JWT claims, then completes the same login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Current Gmail/manual login page used for campaign-scoped rep access.</a:t>
            </a:r>
          </a:p>
        </p:txBody>
      </p:sp>
      <p:pic>
        <p:nvPicPr>
          <p:cNvPr id="19" name="Picture 18" descr="fieldrep-gmail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Brand Specific Field ID and Email ID fields that lead directly into the share experience.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docs/product-user-flows/assets/field-rep-registration-and-login/fieldrep-gmail-login.png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Registration and 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Lead with the Gmail/manual screen because it reflects the current launch path most accurately.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Keep the rep deck practical: explain the legacy redirects once, then spend the rest of the time on the live login and share 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docs/product-user-flows/07-field-rep-sharing-and-doctor-bulk-upload.md, backend/sharing_management/views.py, backend/sharing_management/templates/sharing_management/fieldrep_gmail_login.html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Validated against the current public rep-access screens on 2026-04-23; legacy registration routes now documented as redirects into Gmail/manual login.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Trainees understand that registration and create-password routes are now compatibility redirects, not live onboarding forms.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difference between email/password, Gmail/manual login, and signed SSO is explained clearly.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Campaign context in the URL is explained clearly.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group is ready to continue into the share workflow with the correct login path.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docs/product-user-flows/07-field-rep-sharing-and-doctor-bulk-upload.md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backend/sharing_management/views.py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backend/sharing_management/templates/sharing_management/fieldrep_gmail_login.html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Validated against the current public rep-access screens on 2026-04-23; legacy registration routes now documented as redirects into Gmail/manual login.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