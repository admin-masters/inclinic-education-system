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731520"/>
            <a:ext cx="164592" cy="51206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68680"/>
            <a:ext cx="67208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Publisher Campaign Onboarding and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6537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Show how a publisher or partner system opens the portal with a signed campaign link and maintains the editable portal-side campaign fields.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06240"/>
            <a:ext cx="2377440" cy="45720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15968"/>
            <a:ext cx="2011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Publisher and Campaign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83480"/>
            <a:ext cx="6355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Aptos"/>
              </a:rPr>
              <a:t>Primary user: Publisher users, partner-system operators, and trainers supporting SSO onboarding.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42432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Generated: 2026-04-23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96012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0B1F33"/>
                </a:solidFill>
                <a:latin typeface="Aptos"/>
              </a:rPr>
              <a:t>Training Pack</a:t>
            </a:r>
          </a:p>
          <a:p>
            <a:pPr algn="ctr"/>
            <a:r>
              <a:rPr sz="1300">
                <a:solidFill>
                  <a:srgbClr val="52667A"/>
                </a:solidFill>
                <a:latin typeface="Aptos"/>
              </a:rPr>
              <a:t>Signed publisher route: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`/campaigns/publisher-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landing-page/?campaign-</a:t>
            </a:r>
            <a:br/>
            <a:r>
              <a:rPr sz="1300">
                <a:solidFill>
                  <a:srgbClr val="52667A"/>
                </a:solidFill>
                <a:latin typeface="Aptos"/>
              </a:rPr>
              <a:t>id=&lt;uuid&gt;&amp;jwt=&lt;token&gt;`.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Workflow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Publisher Campaign Onboarding and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Primary 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Publisher users, partner-system operators, and trainers supporting SSO onboarding.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Entry Point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Signed publisher route: `/campaigns/publisher-landing-page/?campaign-id=&lt;uuid&gt;&amp;jwt=&lt;token&gt;`.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9601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0972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Aptos"/>
              </a:rPr>
              <a:t>Purpose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1371600"/>
            <a:ext cx="2880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02A43"/>
                </a:solidFill>
                <a:latin typeface="Aptos"/>
              </a:rPr>
              <a:t>Show how a publisher or partner system opens the portal with a signed campaign link and maintains the editable portal-side campaign fields.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606040"/>
            <a:ext cx="111556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What to 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90672"/>
            <a:ext cx="10607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A signed JWT establishes the publisher session without a standard Django login.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landing page stores the campaign ID in session and offers the add/edit campaign paths.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The campaign update page merges read-only master data with locally editable PE fields and exposes Add/Edit Field Rep outbound buttons.</a:t>
            </a:r>
          </a:p>
          <a:p>
            <a:pPr algn="l"/>
            <a:r>
              <a:rPr sz="1800">
                <a:solidFill>
                  <a:srgbClr val="102A43"/>
                </a:solidFill>
                <a:latin typeface="Aptos"/>
              </a:rPr>
              <a:t>Successful saves keep the user on the campaign update route so the campaign can be refined iteratively.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Source manual: docs/product-user-flows/02-publisher-campaign-onboarding-and-update.md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1: Open the signed publisher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Publisher Campaign Onboarding and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Launch the partner-provided URL that contains the `campaign-id` and publisher JWT.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A minimal publisher landing page confirming the campaign ID and offering the `Add details for this campaign` and `Edit details for any other campaign` actions.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signed link is what authorizes a publisher without giving them a normal portal user account.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publisher session is established and the campaign ID is stored in the session.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If the JWT is missing or invalid, the route returns `unauthorised access` instead of falling back to a portal login screen.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Publisher landing page after a valid signed link is opened.</a:t>
            </a:r>
          </a:p>
        </p:txBody>
      </p:sp>
      <p:pic>
        <p:nvPicPr>
          <p:cNvPr id="10" name="Picture 9" descr="publisher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Campaign ID confirmation and the branch into the add-details workflow.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docs/product-user-flows/assets/publisher-campaign-onboarding-and-update/publisher-landing.png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Step 2: Open the campaign update 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Publisher Campaign Onboarding and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Choose the add-details or edit path for the current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 campaign form that keeps master-system fields read-only and exposes portal-specific fields such as campaign name, dates, logos, background image, printing requirement, and status, plus `Add Field Rep` and `Edit Field Rep` outbound buttons.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This is the sanctioned place where the PE system adds campaign-specific presentation and timing details without mutating the master record.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publisher understands which information is reference-only and which is editable locally.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The form includes direct outbound buttons for field-rep management in the external field-rep site, which is a separate integration touchpoint from the local Django routes.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Publisher-facing campaign update screen showing read-only master fields and editable portal fields.</a:t>
            </a:r>
          </a:p>
        </p:txBody>
      </p:sp>
      <p:pic>
        <p:nvPicPr>
          <p:cNvPr id="10" name="Picture 9" descr="publisher-campaign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split between immutable master metadata and editable PE-side fields.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docs/product-user-flows/assets/publisher-campaign-onboarding-and-update/publisher-campaign-update.png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3: Populate the editable campaign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Publisher Campaign Onboarding and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Review the campaign dates, description, logos, field-rep login background image, printing settings, and status, then save the changes.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standard Django multipart form experience with the campaign values preserved on return.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These fields drive the field-rep visual experience, campaign timing, and what downstream users see in the portal.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02A43"/>
                </a:solidFill>
                <a:latin typeface="Aptos"/>
              </a:rPr>
              <a:t>The portal campaign record is ready for collateral setup and field-rep access.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>
                <a:solidFill>
                  <a:srgbClr val="52667A"/>
                </a:solidFill>
                <a:latin typeface="Aptos"/>
              </a:rPr>
              <a:t>Because the route saves back to the same campaign update URL, it is normal to treat this page as a working draft screen rather than a one-time wizard.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Campaign update form used to maintain the PE-side metadata for the selected campaign.</a:t>
            </a:r>
          </a:p>
        </p:txBody>
      </p:sp>
      <p:pic>
        <p:nvPicPr>
          <p:cNvPr id="10" name="Picture 9" descr="publisher-campaign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editable form controls and save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docs/product-user-flows/assets/publisher-campaign-onboarding-and-update/publisher-campaign-update.png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Step 4: Hand off to downstream campaign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Publisher Campaign Onboarding and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914400"/>
            <a:ext cx="457200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097280"/>
            <a:ext cx="393192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User action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After saving, hand the campaign over to the operator or internal team responsible for collaterals and field reps.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What appears on screen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refreshed campaign update page, which now represents the latest local state for that campaign.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Why it matters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Publisher onboarding is the start of the lifecycle, not the end. The downstream team still needs campaign context to assign reps and publish assets.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4B8A6"/>
                </a:solidFill>
                <a:latin typeface="Aptos"/>
              </a:rPr>
              <a:t>Expected result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02A43"/>
                </a:solidFill>
                <a:latin typeface="Aptos"/>
              </a:rPr>
              <a:t>The campaign is ready for staff-level operations and field-rep activation.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97316"/>
                </a:solidFill>
                <a:latin typeface="Aptos"/>
              </a:rPr>
              <a:t>Trainer note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52667A"/>
                </a:solidFill>
                <a:latin typeface="Aptos"/>
              </a:rPr>
              <a:t>If the publisher enters a campaign that does not yet exist locally, the portal automatically routes them into the create/update path rather than failing.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914400"/>
            <a:ext cx="63550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1097280"/>
            <a:ext cx="5669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Aptos"/>
              </a:rPr>
              <a:t>Saved campaign update screen that becomes the handoff state for the operations team.</a:t>
            </a:r>
          </a:p>
        </p:txBody>
      </p:sp>
      <p:pic>
        <p:nvPicPr>
          <p:cNvPr id="10" name="Picture 9" descr="publisher-campaign-up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552" y="1417320"/>
            <a:ext cx="5806440" cy="416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77840" y="566928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The persistent campaign record after publisher edits are stored.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Screenshot asset: docs/product-user-flows/assets/publisher-campaign-onboarding-and-update/publisher-campaign-update.png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B1F33"/>
          </a:solidFill>
          <a:ln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34440" cy="109728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326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Trainer Tips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182880"/>
            <a:ext cx="3108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Aptos"/>
              </a:rPr>
              <a:t>Publisher Campaign Onboarding and Update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Aptos"/>
              </a:rPr>
              <a:t>Facilitation notes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Keep a sample signed URL handy during training so participants can see the JWT-based bootstrap in action.</a:t>
            </a:r>
          </a:p>
          <a:p>
            <a:pPr algn="l"/>
            <a:r>
              <a:rPr sz="2200">
                <a:solidFill>
                  <a:srgbClr val="102A43"/>
                </a:solidFill>
                <a:latin typeface="Aptos"/>
              </a:rPr>
              <a:t>Explain that the landing page is intentionally simple because its main job is session establishment and campaign selection.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2667A"/>
                </a:solidFill>
                <a:latin typeface="Aptos"/>
              </a:rPr>
              <a:t>Related documents: docs/product-user-flows/03-internal-campaign-operations-from-the-manage-data-panel.md, backend/campaign_management/views.py, backend/campaign_management/publisher_auth.py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0080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2667A"/>
                </a:solidFill>
                <a:latin typeface="Aptos"/>
              </a:rPr>
              <a:t>Validated against the signed publisher demo route on 2026-04-23.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5303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What success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publisher can enter with a signed link and reach the campaign update screen.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distinction between master-owned and portal-owned data is clear.</a:t>
            </a:r>
          </a:p>
          <a:p>
            <a:pPr algn="l"/>
            <a:r>
              <a:rPr sz="2000">
                <a:solidFill>
                  <a:srgbClr val="FFFFFF"/>
                </a:solidFill>
                <a:latin typeface="Aptos"/>
              </a:rPr>
              <a:t>The saved campaign is ready to be used by the operational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1143000"/>
            <a:ext cx="4937760" cy="3611880"/>
          </a:xfrm>
          <a:prstGeom prst="round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6304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Use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828800"/>
            <a:ext cx="4069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docs/product-user-flows/03-internal-campaign-operations-from-the-manage-data-panel.md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backend/campaign_management/views.py</a:t>
            </a:r>
          </a:p>
          <a:p>
            <a:pPr algn="l"/>
            <a:r>
              <a:rPr sz="1800">
                <a:solidFill>
                  <a:srgbClr val="FFFFFF"/>
                </a:solidFill>
                <a:latin typeface="Aptos"/>
              </a:rPr>
              <a:t>Review backend/campaign_management/publisher_auth.py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6692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ptos"/>
              </a:rPr>
              <a:t>Validated against the signed publisher demo route on 2026-04-23.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