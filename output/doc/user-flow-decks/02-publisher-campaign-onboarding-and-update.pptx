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731520"/>
            <a:ext cx="164592" cy="512064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67208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Publisher Campaign Onboarding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653796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ptos"/>
              </a:rPr>
              <a:t>Show how a publisher or partner system opens the portal with a signed campaign link and maintains the editable portal-side campaign fields.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206240"/>
            <a:ext cx="2377440" cy="457200"/>
          </a:xfrm>
          <a:prstGeom prst="round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315968"/>
            <a:ext cx="20116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Publisher and Campaign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983480"/>
            <a:ext cx="6355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Primary user: Publisher users, partner-system operators, and trainers supporting SSO onboarding.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742432"/>
            <a:ext cx="3200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Generated: 2026-04-11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960120"/>
            <a:ext cx="352044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1F33"/>
                </a:solidFill>
                <a:latin typeface="Aptos"/>
              </a:rPr>
              <a:t>Training Pack</a:t>
            </a:r>
          </a:p>
          <a:p>
            <a:pPr algn="ctr"/>
            <a:r>
              <a:rPr sz="1300">
                <a:solidFill>
                  <a:srgbClr val="52667A"/>
                </a:solidFill>
                <a:latin typeface="Aptos"/>
              </a:rPr>
              <a:t>Signed publisher route: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`/campaigns/publisher-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landing-page/?campaign-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id=&lt;uuid&gt;&amp;jwt=&lt;token&gt;`.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Workflow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Publisher Campaign Onboarding and Update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Primary 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Publisher users, partner-system operators, and trainers supporting SSO onboarding.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Entry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Signed publisher route: `/campaigns/publisher-landing-page/?campaign-id=&lt;uuid&gt;&amp;jwt=&lt;token&gt;`.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Purpose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Show how a publisher or partner system opens the portal with a signed campaign link and maintains the editable portal-side campaign fields.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06040"/>
            <a:ext cx="111556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788920"/>
            <a:ext cx="20116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What to cover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090672"/>
            <a:ext cx="106070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A signed JWT establishes the publisher session without a standard Django login.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The landing page stores the campaign ID in session and offers the add/edit campaign paths.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The campaign update page merges read-only master data with locally editable PE fields.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Successful saves keep the user on the campaign update route so the campaign can be refined iteratively.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Source manual: docs/product-user-flows/02-publisher-campaign-onboarding-and-update.md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1: Open the signed publisher landing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Publisher Campaign Onboarding and Update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353312"/>
            <a:ext cx="39319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Launch the partner-provided URL that contains the `campaign-id` and publisher JWT.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116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931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A minimal publisher landing page confirming the campaign ID and offering the add-details or select-another-campaign actions.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06324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319272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The signed link is what authorizes a publisher without giving them a normal portal user account.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0690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25112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The publisher session is established and the campaign ID is stored in the session.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65192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667A"/>
                </a:solidFill>
                <a:latin typeface="Aptos"/>
              </a:rPr>
              <a:t>If the JWT is missing or invalid, the route returns `unauthorised access` instead of falling back to a portal login screen.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Publisher landing page after a valid signed link is opened.</a:t>
            </a:r>
          </a:p>
        </p:txBody>
      </p:sp>
      <p:pic>
        <p:nvPicPr>
          <p:cNvPr id="19" name="Picture 18" descr="publisher-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Campaign ID confirmation and the branch into the add-details workflow.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docs/product-user-flows/assets/publisher-campaign-onboarding-and-update/publisher-landing.png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ptos"/>
              </a:rPr>
              <a:t>Step 2: Open the campaign update 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Publisher Campaign Onboarding and Update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353312"/>
            <a:ext cx="39319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Choose the add-details or edit path for the current campaign.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116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931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A campaign form that keeps master-system fields read-only and exposes portal-specific fields such as campaign name, dates, logos, background image, printing requirement, and status.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06324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319272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This is the sanctioned place where the PE system adds campaign-specific presentation and timing details without mutating the master record.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0690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25112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The publisher understands which information is reference-only and which is editable locally.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65192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667A"/>
                </a:solidFill>
                <a:latin typeface="Aptos"/>
              </a:rPr>
              <a:t>The form includes direct outbound buttons for field-rep management in the external field-rep site, which is a separate integration touchpoint from the local Django routes.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Publisher-facing campaign update screen showing read-only master fields and editable portal fields.</a:t>
            </a:r>
          </a:p>
        </p:txBody>
      </p:sp>
      <p:pic>
        <p:nvPicPr>
          <p:cNvPr id="19" name="Picture 18" descr="publisher-campaign-up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split between immutable master metadata and editable PE-side fields.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docs/product-user-flows/assets/publisher-campaign-onboarding-and-update/publisher-campaign-update.png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3: Populate the editable campaign fields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Publisher Campaign Onboarding and Update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353312"/>
            <a:ext cx="39319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Review the campaign dates, description, logos, field-rep login background image, printing settings, and status, then save the changes.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116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931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The standard Django multipart form experience with the campaign values preserved on return.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06324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319272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These fields drive the field-rep visual experience, campaign timing, and what downstream users see in the portal.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0690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25112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The portal campaign record is ready for collateral setup and field-rep access.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65192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667A"/>
                </a:solidFill>
                <a:latin typeface="Aptos"/>
              </a:rPr>
              <a:t>Because the route saves back to the same campaign update URL, it is normal to treat this page as a working draft screen rather than a one-time wizard.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Campaign update form used to maintain the PE-side metadata for the selected campaign.</a:t>
            </a:r>
          </a:p>
        </p:txBody>
      </p:sp>
      <p:pic>
        <p:nvPicPr>
          <p:cNvPr id="19" name="Picture 18" descr="publisher-campaign-up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editable form controls and save action.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docs/product-user-flows/assets/publisher-campaign-onboarding-and-update/publisher-campaign-update.png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4: Hand off to downstream campaign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Publisher Campaign Onboarding and Update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353312"/>
            <a:ext cx="39319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After saving, hand the campaign over to the operator or internal team responsible for collaterals and field reps.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116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931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The refreshed campaign update page, which now represents the latest local state for that campaign.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06324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319272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Publisher onboarding is the start of the lifecycle, not the end. The downstream team still needs campaign context to assign reps and publish assets.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0690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25112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The campaign is ready for staff-level operations and field-rep activation.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65192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667A"/>
                </a:solidFill>
                <a:latin typeface="Aptos"/>
              </a:rPr>
              <a:t>If the publisher enters a campaign that does not yet exist locally, the portal automatically routes them into the create/update path rather than failing.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Saved campaign update screen that becomes the handoff state for the operations team.</a:t>
            </a:r>
          </a:p>
        </p:txBody>
      </p:sp>
      <p:pic>
        <p:nvPicPr>
          <p:cNvPr id="19" name="Picture 18" descr="publisher-campaign-up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persistent campaign record after publisher edits are stored.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docs/product-user-flows/assets/publisher-campaign-onboarding-and-update/publisher-campaign-update.png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Trainer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Publisher Campaign Onboarding and Update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88720"/>
            <a:ext cx="109728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4B8A6"/>
                </a:solidFill>
                <a:latin typeface="Aptos"/>
              </a:rPr>
              <a:t>Facilitation 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102412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Keep a sample signed URL handy during training so participants can see the JWT-based bootstrap in action.</a:t>
            </a:r>
          </a:p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Explain that the landing page is intentionally simple because its main job is session establishment and campaign selection.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Related documents: docs/product-user-flows/03-internal-campaign-operations-from-the-manage-data-panel.md, backend/campaign_management/views.py, backend/campaign_management/publisher_auth.py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Validated against the signed publisher demo route on 2026-04-11.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What success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The publisher can enter with a signed link and reach the campaign update screen.</a:t>
            </a:r>
          </a:p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The distinction between master-owned and portal-owned data is clear.</a:t>
            </a:r>
          </a:p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The saved campaign is ready to be used by the operational team.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92240" y="1143000"/>
            <a:ext cx="4937760" cy="3611880"/>
          </a:xfrm>
          <a:prstGeom prst="round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12280" y="1463040"/>
            <a:ext cx="4206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Use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1828800"/>
            <a:ext cx="4069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docs/product-user-flows/03-internal-campaign-operations-from-the-manage-data-panel.md</a:t>
            </a:r>
          </a:p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backend/campaign_management/views.py</a:t>
            </a:r>
          </a:p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backend/campaign_management/publisher_auth.py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69280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Validated against the signed publisher demo route on 2026-04-11.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