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Explain how campaign master data, portal operations, field-rep sharing, doctor verification, and reporting connect end to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New team members, trainers, implementation partners, and AI agents orienting to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Role-dependent. The seeded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demo uses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`/campaigns/manage-data/`,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`/campaigns/publisher-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landing-page/`,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`/share/fieldrep-gmail-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login/`, and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`/shortlinks/go/&lt;code&gt;/` as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the main route families.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New team members, trainers, implementation partners, and AI agents orienting to the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Role-dependent. The seeded demo uses `/campaigns/manage-data/`, `/campaigns/publisher-landing-page/`, `/share/fieldrep-gmail-login/`, and `/shortlinks/go/&lt;code&gt;/` as the main route families.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Explain how campaign master data, portal operations, field-rep sharing, doctor verification, and reporting connect end to 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Campaign definitions originate in the master database and are surfaced in the portal through the Manage Data Panel and publisher landing pages.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Editable campaign metadata, collateral assets, share logs, and transaction rollups live in the portal database.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Field reps now reach the campaign share flow primarily through the Gmail/manual login or signed SSO entry point; legacy register and create-password URLs redirect into that path.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Doctors unlock collateral with the same WhatsApp number used during sharing, then consume PDF/video content in a viewer that also surfaces archive and webinar follow-ons.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Reporting screens summarize the latest engagement state per doctor, per collateral, per campaign.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docs/product-user-flows/01-platform-overview-and-role-map.md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Role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8813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Publisher / partner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0698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Open a campaign in the portal and maintain the editable PE-side campaign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6984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/campaigns/publisher-landing-page/?campaign-id=&lt;uuid&gt;&amp;jwt=&lt;token&gt;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0698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Campaign operations users and field-rep setup.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01368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Internal campaign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1109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Search campaign inventory, open campaign records, and branch into collateral or field-rep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1109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/campaigns/manage-data/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91109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Collateral operations and field-rep administration.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42616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06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Staff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5234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Maintain master field reps and the doctor lists attached to each rep.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52344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/admin_dashboard/fieldreps/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7523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Field reps who will actually share the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83864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1188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Field 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5935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Authenticate, pick the right campaign collateral, and share it with doctors through WhatsApp.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59359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/share/fieldrep-gmail-login/ (legacy register/create-password routes redirect here)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59359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Doctors who receive the short link.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25112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5312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Doctor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348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Verify access with the same WhatsApp number and consume the PDF/video collateral.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/shortlinks/go/&lt;code&gt;/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4348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Reporting and follow-up users.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66360"/>
            <a:ext cx="11109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9437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Reporting stakeholder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27608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Aptos"/>
              </a:rPr>
              <a:t>Review transaction rollups and doctor-level engagement for a campaign.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7608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/reports/collateral-transactions/&lt;brand_campaign_id&gt;/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52760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Campaign optimization and rep follow-up.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Cross-role handoff map for the seeded training campaign.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Identify the role-specific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Start from the route that matches the role: publisher link, authenticated Manage Data Panel, field-rep login page, or public short link.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role-appropriate screen with the campaign context already embedded or selected.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system is intentionally route-driven. The entry point determines which database data is consulted and which actions are available next.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user lands on the correct role surface without manually stitching together URLs.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Call out that the codebase has separate routes for publisher, staff, field-rep, and doctor experiences rather than a single unified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Public home page used before an authenticated or signed route is chosen.</a:t>
            </a:r>
          </a:p>
        </p:txBody>
      </p:sp>
      <p:pic>
        <p:nvPicPr>
          <p:cNvPr id="10" name="Picture 9" descr="platform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simple unauthenticated landing page that redirects authenticated users into campaign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docs/product-user-flows/assets/platform-overview-and-role-map/platform-home.png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Move campaign context from master data into portal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Open the Manage Data Panel or the publisher flow for a specific brand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campaign inventory or campaign form populated with master-owned context such as brand name, company name, and doctor count.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This is the handoff from source-of-truth campaign definitions into the operational portal where the team can manage assets and distribution.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campaign is recognizable and ready for collateral, rep, and doctor operations.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Master values are shown read-only in the campaign update flow; only PE-side fields are meant to be edited locally.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Manage Data Panel with campaign shortcuts into field-rep and collateral operations.</a:t>
            </a:r>
          </a:p>
        </p:txBody>
      </p:sp>
      <p:pic>
        <p:nvPicPr>
          <p:cNvPr id="10" name="Picture 9" descr="platform-manage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main operational hub that ties campaigns to downstream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docs/product-user-flows/assets/platform-overview-and-role-map/platform-manage-data.png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Distribute collateral through campaign-assigned field reps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Assign or confirm field reps, then let a field rep authenticate into the Gmail/manual share flow or signed SSO entry point and send a doctor-facing WhatsApp message.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Campaign-specific collateral options, doctor lists, send/reminder statuses, and the floating support chatbot on the field-rep pages.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This is the commercial and educational delivery loop the platform is built to support.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doctor receives a short link tied back to the right collateral, campaign, and rep.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The operator-facing campaign screens and the field-rep share screens live in different route families but reference the same campaign ID. Legacy register/create-password links now resolve into this same handoff.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Field-rep share page showing the current campaign form, doctor list, and support chatbot entry point.</a:t>
            </a:r>
          </a:p>
        </p:txBody>
      </p:sp>
      <p:pic>
        <p:nvPicPr>
          <p:cNvPr id="10" name="Picture 9" descr="platform-share-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moment where campaign operations become doctor outreach in the current Gmail-first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docs/product-user-flows/assets/platform-overview-and-role-map/platform-share-handoff.png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4: Close the loop with doctor verification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Follow the doctor from short-link click to verification, then open the transaction dashboard for the same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doctor unlock screen, the collateral viewer with PDF/archive/webinar content and support chatbot, and a reporting dashboard summarizing doctor-level outcomes.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product is not just a file host; it exists to connect campaign setup to verifiable doctor engagement.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Doctor actions are visible again in reporting and can drive follow-up conversations.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Point out that the transaction dashboard shows the latest state per doctor and collateral rather than every raw event 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Reporting dashboard that reflects the downstream result of shares and doctor engagement.</a:t>
            </a:r>
          </a:p>
        </p:txBody>
      </p:sp>
      <p:pic>
        <p:nvPicPr>
          <p:cNvPr id="10" name="Picture 9" descr="platform-reporting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closed feedback loop from campaign setup to doctor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docs/product-user-flows/assets/platform-overview-and-role-map/platform-reporting-loop.png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Treat the campaign UUID as the product's cross-role handoff key.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Use the platform overview deck first during training so later role decks make sense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README.md, docs/product-user-flows/02-publisher-campaign-onboarding-and-update.md, docs/product-user-flows/07-field-rep-sharing-and-doctor-bulk-upload.md, docs/product-user-flows/09-engagement-reporting-and-transaction-review.md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docs demo and the current Django route map on 2026-04-23.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A new user can explain which role owns which screen family.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relationship between master data, portal edits, sharing, verification, and reporting is clear.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team knows where to start each downstream workflow without guessing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README.md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docs/product-user-flows/02-publisher-campaign-onboarding-and-update.md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docs/product-user-flows/07-field-rep-sharing-and-doctor-bulk-upload.md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docs demo and the current Django route map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