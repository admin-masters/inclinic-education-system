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Show how campaign assets, dashboard shortcuts, collateral schedules, and WhatsApp messages are configured before field reps start sharing.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Publisher and Campaign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Campaign operators and training leads preparing the collateral side of a launch.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Campaign-scoped collateral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panel: `/share/dashboard/?ca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mpaign=&lt;brand_campaign_id&gt;`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plus `/collaterals/add/&lt;bran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d_campaign_id&gt;/` and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`/collaterals/collateral-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messages/`.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 operators and training leads preparing the collateral side of a launch.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Campaign-scoped collateral panel: `/share/dashboard/?campaign=&lt;brand_campaign_id&gt;` plus `/collaterals/add/&lt;brand_campaign_id&gt;/` and `/collaterals/collateral-messages/`.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Show how campaign assets, dashboard shortcuts, collateral schedules, and WhatsApp messages are configured before field reps start sharing.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collateral dashboard is the campaign-scoped control panel for asset inventory, calendar edits, and rep-facing entry points.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Add Collateral combines campaign selection, asset upload, banner configuration, webinar metadata, and a default WhatsApp message path.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Collateral Messages Management stores custom message text per campaign-collateral pair.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Calendar windows determine when a collateral is considered available in the share screens.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docs/product-user-flows/05-collateral-authoring-and-message-setup.md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campaign collateral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Navigate to the campaign's collateral panel from the campaign inventory or directly through the filtered route.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A campaign-scoped dashboard with top buttons for `Add Collaterals`, `Edit Calendar`, `Field Rep Login`, and `Back to Home`, plus a collateral table with `Link`, `Edit Dates`, `Replace Collateral`, and `Delete` actions.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This dashboard is the operator's launch pad for collateral and rep-facing setup.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 operator sees the current collateral inventory and the next setup actions in one place.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This route is campaign-aware and surfaces the same brand campaign ID used elsewhere in the product. The dashboard search box also lets trainers jump directly between campaigns by brand campaign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collateral dashboard with collateral inventory and setup shortcuts.</a:t>
            </a:r>
          </a:p>
        </p:txBody>
      </p:sp>
      <p:pic>
        <p:nvPicPr>
          <p:cNvPr id="10" name="Picture 9" descr="collateral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operator-facing control panel for campaign assets.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docs/product-user-flows/assets/collateral-authoring-and-message-setup/collateral-dashboard.png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Create or update a collateral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Open the Add Collateral form, choose the campaign and purpose, upload the PDF and banners, choose the type, and add descriptive or webinar metadata before submitting.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large multipart form for campaign, purpose, content title, content ID, collateral type, PDF or Vimeo input, banners, doctor display name, description, webinar details, and an inline WhatsApp message text area.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screen defines what the doctor ultimately sees after verification.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campaign has a polished collateral record that can be linked and shared.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The type selector changes which asset inputs are visible: PDF, Vimeo, or both. The submit button saves both the collateral record and the optional WhatsApp message text for that campaign-collateral pair.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Collateral input form used to create campaign-ready doctor content.</a:t>
            </a:r>
          </a:p>
        </p:txBody>
      </p:sp>
      <p:pic>
        <p:nvPicPr>
          <p:cNvPr id="10" name="Picture 9" descr="add-collateral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PDF upload, metadata, and banner sections of the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docs/product-user-flows/assets/collateral-authoring-and-message-setup/add-collateral-form.png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Review or customize the WhatsApp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Open the Collateral Messages Management page and inspect the message linked to the collateral and campaign pair.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searchable message list with campaign and collateral filters, message preview, status, created date, and edit/delete actions.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share experience depends on good rep-facing message text that includes the `$collateralLinks` placeholder.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active message is appropriate for the campaign and collateral being launched.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Use this step to remind trainees that the message text is not global; it is scoped to a specific campaign and collateral.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Message-management page showing the campaign-to-collateral WhatsApp text setup.</a:t>
            </a:r>
          </a:p>
        </p:txBody>
      </p:sp>
      <p:pic>
        <p:nvPicPr>
          <p:cNvPr id="10" name="Picture 9" descr="collateral-mess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message preview list and campaign/collateral filtering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docs/product-user-flows/assets/collateral-authoring-and-message-setup/collateral-messages.png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Adjust the collateral calendar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Open the Edit Calendar screen from the top dashboard button or the row-level `Edit Dates` action and confirm the start and end dates for the campaign-collateral mapping.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calendar-edit screen that shows the campaign ID, collateral title, and editable start and end date controls.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Availability windows are one of the key reasons a collateral might not appear for a field rep even when the asset exists.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Only the intended collateral is active during the campaign window.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This is one of the first places to inspect if a field rep says a collateral is missing from the share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Calendar management screen used to control collateral availability windows.</a:t>
            </a:r>
          </a:p>
        </p:txBody>
      </p:sp>
      <p:pic>
        <p:nvPicPr>
          <p:cNvPr id="10" name="Picture 9" descr="edit-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date controls that determine whether a collateral appears in the share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docs/product-user-flows/assets/collateral-authoring-and-message-setup/edit-calendar.png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Demonstrate the message placeholder explicitly so trainees understand how the short link gets injected.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If a share screen looks empty, revisit the calendar window before assuming the asset is missing.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docs/product-user-flows/07-field-rep-sharing-and-doctor-bulk-upload.md, backend/collateral_management/views.py, backend/collateral_management/views_collateral_message.py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collateral dashboard and forms on 2026-04-23.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Operators can create or review a collateral tied to the campaign.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Message text and collateral availability windows are understood as part of the launch workflow.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field-rep-facing collateral inventory is ready before rep training starts.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backend/collateral_management/views.py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backend/collateral_management/views_collateral_message.py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collateral dashboard and forms on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