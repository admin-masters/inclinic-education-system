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731520"/>
            <a:ext cx="164592" cy="512064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67208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Field Rep Sharing and Doctor Bulk Upload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6537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Document the day-to-day field-rep workflow for choosing doctors, selecting collateral, sharing through WhatsApp, and bulk-uploading doctor rosters.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377440" cy="45720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31596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Field Rep Journeys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6355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Primary user: Field reps and trainers running campaign distribution sessions.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74243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Generated: 2026-04-23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96012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1F33"/>
                </a:solidFill>
                <a:latin typeface="Aptos"/>
              </a:rPr>
              <a:t>Training Pack</a:t>
            </a:r>
          </a:p>
          <a:p>
            <a:pPr algn="ctr"/>
            <a:r>
              <a:rPr sz="1300">
                <a:solidFill>
                  <a:srgbClr val="52667A"/>
                </a:solidFill>
                <a:latin typeface="Aptos"/>
              </a:rPr>
              <a:t>Campaign-scoped Gmail share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route: `/share/fieldrep-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gmail-share-collateral/?bran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d_campaign_id=&lt;brand_campaig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n_id&gt;` plus `/share/dashboar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d/doctors/bulk-upload/?campa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ign=&lt;brand_campaign_id&gt;`.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Workflow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Bulk Upload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Primary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Field reps and trainers running campaign distribution sessions.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Entry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Campaign-scoped Gmail share route: `/share/fieldrep-gmail-share-collateral/?brand_campaign_id=&lt;brand_campaign_id&gt;` plus `/share/dashboard/doctors/bulk-upload/?campaign=&lt;brand_campaign_id&gt;`.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Purpose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Document the day-to-day field-rep workflow for choosing doctors, selecting collateral, sharing through WhatsApp, and bulk-uploading doctor rosters.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111556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88920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What to 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90672"/>
            <a:ext cx="106070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Gmail share page is the campaign-aware workbench for choosing a doctor, choosing collateral, and launching the WhatsApp handoff.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Doctors can be typed manually on the left-side form or reused from the rep's assigned doctor list on the right.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Each share creates or reuses a short link and records a ShareLog entry tied to the rep, doctor, collateral, and campaign.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public rep screens now include the support chatbot so reps and trainers can jump into help without leaving the workflow.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Bulk upload helps a rep or operator stage a doctor roster before manual sharing starts.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Source manual: docs/product-user-flows/07-field-rep-sharing-and-doctor-bulk-upload.md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1: Authenticate into the campaign share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Bulk Upload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Use the Gmail login route for the selected campaign and land on the rep share screen.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campaign-scoped page with the rep identity, available collateral, doctor-sharing controls, and the floating support chatbot.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This is the operational screen reps use most frequently during campaign outreach.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rep can see only the active collateral that belongs to the current campaign window.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If the list is empty, check the campaign assignment and collateral calendar windows before debugging anything else. If login fails outright, confirm the rep is assigned to the campaign.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Campaign share page after a successful Gmail/manual rep login.</a:t>
            </a:r>
          </a:p>
        </p:txBody>
      </p:sp>
      <p:pic>
        <p:nvPicPr>
          <p:cNvPr id="19" name="Picture 18" descr="fieldrep-gmail-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left-side share form, collateral picker, and help entry point at the top of the current screen.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docs/product-user-flows/assets/field-rep-sharing-and-doctor-bulk-upload/fieldrep-gmail-share.png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2: Select or confirm the doctor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Bulk Upload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Choose a doctor from the assigned doctor list or type a doctor name and WhatsApp number manually into the share form.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Manual input controls on the left and a searchable doctor list on the right, including Sent, Reminder Due, and Opened-style status cues.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Doctor identification drives the later verification step, so the number needs to be accurate.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rep is ready to pair the right doctor with the right collateral.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Emphasize that the same WhatsApp number will be required again by the doctor to unlock the content.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Share page section showing the assigned doctor list and send-status controls.</a:t>
            </a:r>
          </a:p>
        </p:txBody>
      </p:sp>
      <p:pic>
        <p:nvPicPr>
          <p:cNvPr id="19" name="Picture 18" descr="fieldrep-gmail-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searchable doctor roster and status-aware action buttons available during sharing.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docs/product-user-flows/assets/field-rep-sharing-and-doctor-bulk-upload/fieldrep-doctor-status.png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3: Choose collateral and launch the WhatsApp handoff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Bulk Upload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Select the collateral, submit the share form or doctor-row action, and allow the browser to open the WhatsApp deep link generated for that doctor and campaign.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campaign-specific share action that uses the stored message template and short link, then hands the session off to WhatsApp.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This is the main product outcome for the field rep: a doctor receives a trackable, campaign-linked message.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A ShareLog is created and the doctor receives a WhatsApp message containing the short link.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During live training, you can stop after the generated message step if opening WhatsApp is not appropriate for the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Share screen immediately before launching the WhatsApp handoff.</a:t>
            </a:r>
          </a:p>
        </p:txBody>
      </p:sp>
      <p:pic>
        <p:nvPicPr>
          <p:cNvPr id="19" name="Picture 18" descr="fieldrep-gmail-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campaign-collateral selection and action button used to send the message.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docs/product-user-flows/assets/field-rep-sharing-and-doctor-bulk-upload/fieldrep-gmail-share.png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4: Bulk-upload doctors when onboarding a campaign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Bulk Upload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Open the Doctor Bulk Upload page, download the sample CSV if needed, and upload a prepared doctor file for the campaign.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purpose-built bulk-upload form that explains the expected CSV columns and confirms successful ingestion.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Uploading a roster up front makes manual sharing dramatically faster once the campaign goes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rep or operator can stage multiple doctors for the same campaign in one pass.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Use the bulk-upload step before the live sharing demo if you want the doctor list to look realistic without typing every doctor by hand.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Doctor bulk-upload screen with sample CSV guidance.</a:t>
            </a:r>
          </a:p>
        </p:txBody>
      </p:sp>
      <p:pic>
        <p:nvPicPr>
          <p:cNvPr id="19" name="Picture 18" descr="doctor-bulk-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upload field and the expected column list.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docs/product-user-flows/assets/field-rep-sharing-and-doctor-bulk-upload/doctor-bulk-upload.png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Trainer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Bulk Upload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Aptos"/>
              </a:rPr>
              <a:t>Facilitation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Use a real-looking doctor list before your demo so the share screen feels grounded.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Warn the audience that the product opens a WhatsApp deep link, which may leave the browser context during a live session.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Related documents: docs/product-user-flows/08-doctor-verification-and-collateral-consumption.md, backend/sharing_management/views.py, backend/sharing_management/templates/sharing_management/fieldrep_gmail_share_collateral.html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Validated against the Gmail/manual share flow and doctor bulk-upload page on 2026-04-23.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What success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rep can explain how doctors and collateral are selected on the share page.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audience understands why the doctor's exact WhatsApp number matters.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bulk-upload option is positioned as a preparation tool, not a separate reporting workflow.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143000"/>
            <a:ext cx="4937760" cy="361188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12280" y="146304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Use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82880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docs/product-user-flows/08-doctor-verification-and-collateral-consumption.md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backend/sharing_management/views.py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backend/sharing_management/templates/sharing_management/fieldrep_gmail_share_collateral.html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692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Validated against the Gmail/manual share flow and doctor bulk-upload page on 2026-04-23.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