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731520"/>
            <a:ext cx="164592" cy="512064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68680"/>
            <a:ext cx="67208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Field Rep Sharing and Doctor Bulk Upload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653796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ptos"/>
              </a:rPr>
              <a:t>Document the day-to-day field-rep workflow for choosing doctors, filtering the doctor work queue, sending collateral through WhatsApp, following up with reminders, and bulk-uploading doctor rosters.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4206240"/>
            <a:ext cx="2377440" cy="457200"/>
          </a:xfrm>
          <a:prstGeom prst="round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315968"/>
            <a:ext cx="20116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Field Rep Journeys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983480"/>
            <a:ext cx="63550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Primary user: Field reps and trainers running campaign distribution sessions.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742432"/>
            <a:ext cx="3200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Generated: 2026-04-23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960120"/>
            <a:ext cx="352044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1F33"/>
                </a:solidFill>
                <a:latin typeface="Aptos"/>
              </a:rPr>
              <a:t>Training Pack</a:t>
            </a:r>
          </a:p>
          <a:p>
            <a:pPr algn="ctr"/>
            <a:r>
              <a:rPr sz="1300">
                <a:solidFill>
                  <a:srgbClr val="52667A"/>
                </a:solidFill>
                <a:latin typeface="Aptos"/>
              </a:rPr>
              <a:t>Campaign-scoped Gmail share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route: `/share/fieldrep-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gmail-share-collateral/?bran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d_campaign_id=&lt;brand_campaig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n_id&gt;` plus `/share/dashboar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d/doctors/bulk-upload/?campa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ign=&lt;brand_campaign_id&gt;`.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Workflow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Field Rep Sharing and Doctor Bulk Upload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Primary User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Field reps and trainers running campaign distribution sessions.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Entry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Campaign-scoped Gmail share route: `/share/fieldrep-gmail-share-collateral/?brand_campaign_id=&lt;brand_campaign_id&gt;` plus `/share/dashboard/doctors/bulk-upload/?campaign=&lt;brand_campaign_id&gt;`.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Purpose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Document the day-to-day field-rep workflow for choosing doctors, filtering the doctor work queue, sending collateral through WhatsApp, following up with reminders, and bulk-uploading doctor rosters.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606040"/>
            <a:ext cx="1115568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788920"/>
            <a:ext cx="20116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What to cover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090672"/>
            <a:ext cx="106070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The Gmail share page is the campaign-aware workbench for choosing a doctor, choosing collateral, and launching the WhatsApp handoff.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Doctors can be typed manually on the left-side form or reused from the rep's assigned doctor list on the right, where each row doubles as a quick-send shortcut.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The right-side doctor statuses are collateral-specific and progress from `Send Message` to `Sent`, then to `Send Reminder` after six days without engagement, and finally to `Opened` once the doctor views the collateral.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Each quick-send action creates or reuses a short link, upserts the doctor record if needed, writes a ShareLog entry, and opens the WhatsApp deep link for that doctor and collateral.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The public rep screens now include the support chatbot so reps and trainers can jump into help without leaving the workflow.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Bulk upload helps a rep or operator stage a doctor roster before manual sharing starts.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Source manual: docs/product-user-flows/07-field-rep-sharing-and-doctor-bulk-upload.md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1: Authenticate into the campaign share screen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Field Rep Sharing and Doctor Bulk Upload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393192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102A43"/>
                </a:solidFill>
                <a:latin typeface="Aptos"/>
              </a:rPr>
              <a:t>Use the Gmail login route for the selected campaign and land on the rep share screen.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102A43"/>
                </a:solidFill>
                <a:latin typeface="Aptos"/>
              </a:rPr>
              <a:t>A campaign-scoped page with the rep identity, available collateral, doctor-sharing controls, and the floating support chatbot.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102A43"/>
                </a:solidFill>
                <a:latin typeface="Aptos"/>
              </a:rPr>
              <a:t>This is the operational screen reps use most frequently during campaign outreach.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102A43"/>
                </a:solidFill>
                <a:latin typeface="Aptos"/>
              </a:rPr>
              <a:t>The rep can see only the active collateral that belongs to the current campaign window.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2667A"/>
                </a:solidFill>
                <a:latin typeface="Aptos"/>
              </a:rPr>
              <a:t>If the list is empty, check the campaign assignment and collateral calendar windows before debugging anything else. If login fails outright, confirm the rep is assigned to the campaign.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Campaign share page after a successful Gmail/manual rep login.</a:t>
            </a:r>
          </a:p>
        </p:txBody>
      </p:sp>
      <p:pic>
        <p:nvPicPr>
          <p:cNvPr id="10" name="Picture 9" descr="fieldrep-gmail-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left-side share form, collateral picker, and help entry point at the top of the current screen.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docs/product-user-flows/assets/field-rep-sharing-and-doctor-bulk-upload/fieldrep-gmail-share.png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2: Review the doctor queue and filter the worklist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Field Rep Sharing and Doctor Bulk Upload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393192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02A43"/>
                </a:solidFill>
                <a:latin typeface="Aptos"/>
              </a:rPr>
              <a:t>Use the right-side search box, status filter, and collateral selector to find the doctor who needs action for the currently selected collateral.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02A43"/>
                </a:solidFill>
                <a:latin typeface="Aptos"/>
              </a:rPr>
              <a:t>A searchable doctor roster with row-level quick-send buttons labeled `Send Message`, `Sent`, `Send Reminder`, or `Opened` depending on the latest share and engagement state.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02A43"/>
                </a:solidFill>
                <a:latin typeface="Aptos"/>
              </a:rPr>
              <a:t>The right panel is the rep's live work queue. It shows who still needs a first send, who was contacted recently, who is ready for a reminder, and who already opened the collateral.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02A43"/>
                </a:solidFill>
                <a:latin typeface="Aptos"/>
              </a:rPr>
              <a:t>The rep can isolate the correct doctor and understand whether the next action is an initial send, a reminder, or no action at all.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52667A"/>
                </a:solidFill>
                <a:latin typeface="Aptos"/>
              </a:rPr>
              <a:t>Call out that the statuses are recalculated for the collateral currently selected on the left. Changing the collateral dropdown updates the hidden doctor-row forms and refreshes the right-side status list.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Assigned doctor list with search, status filtering, and the live send-state buttons.</a:t>
            </a:r>
          </a:p>
        </p:txBody>
      </p:sp>
      <p:pic>
        <p:nvPicPr>
          <p:cNvPr id="10" name="Picture 9" descr="fieldrep-doctor-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A mixed queue that shows `Send Message`, `Sent`, `Send Reminder`, and `Opened` for the currently selected collateral.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docs/product-user-flows/assets/field-rep-sharing-and-doctor-bulk-upload/fieldrep-doctor-status.png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Aptos"/>
              </a:rPr>
              <a:t>Step 3: Send the first collateral message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Field Rep Sharing and Doctor Bulk Upload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393192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02A43"/>
                </a:solidFill>
                <a:latin typeface="Aptos"/>
              </a:rPr>
              <a:t>Either complete the left-side doctor form and click `Submit`, or click a doctor-row `Send Message` button to quick-send the currently selected collateral.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02A43"/>
                </a:solidFill>
                <a:latin typeface="Aptos"/>
              </a:rPr>
              <a:t>A submit action that resolves the doctor phone number, creates or updates the doctor record, creates or reuses the short link and ShareLog entry, and redirects into a WhatsApp deep link for the chosen doctor.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02A43"/>
                </a:solidFill>
                <a:latin typeface="Aptos"/>
              </a:rPr>
              <a:t>This is the primary field-rep outcome: the doctor receives a trackable message that carries the right campaign, collateral, and rep context.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02A43"/>
                </a:solidFill>
                <a:latin typeface="Aptos"/>
              </a:rPr>
              <a:t>The rep launches WhatsApp with the configured collateral message and the right short link for the selected doctor.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52667A"/>
                </a:solidFill>
                <a:latin typeface="Aptos"/>
              </a:rPr>
              <a:t>The quick-send buttons on the right use the same POST flow as the left form. Trainers can demonstrate either path, but the doctor-row `Send Message` button is the fastest option once the roster is already loaded.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Quick-send view filtered to doctors who still need the first collateral message.</a:t>
            </a:r>
          </a:p>
        </p:txBody>
      </p:sp>
      <p:pic>
        <p:nvPicPr>
          <p:cNvPr id="10" name="Picture 9" descr="fieldrep-send-mess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active `Send Message` button that launches the first-share flow for the selected collateral.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docs/product-user-flows/assets/field-rep-sharing-and-doctor-bulk-upload/fieldrep-send-message.png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4: Send reminders and interpret follow-up states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Field Rep Sharing and Doctor Bulk Upload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393192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02A43"/>
                </a:solidFill>
                <a:latin typeface="Aptos"/>
              </a:rPr>
              <a:t>Return to the same doctor list after a share and use the row buttons to follow up. A recent share shows `Sent`, a share older than six days without engagement changes to `Send Reminder`, and an engaged doctor shows `Opened`.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02A43"/>
                </a:solidFill>
                <a:latin typeface="Aptos"/>
              </a:rPr>
              <a:t>The same doctor queue, but with the follow-up state reflected directly on each doctor row. Clicking `Send Reminder` or `Sent` reuses the currently selected collateral and opens WhatsApp again; `Opened` is visible but disabled.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02A43"/>
                </a:solidFill>
                <a:latin typeface="Aptos"/>
              </a:rPr>
              <a:t>This is how reps decide whether to resend, remind, or move on without leaving the share screen or opening a separate report.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02A43"/>
                </a:solidFill>
                <a:latin typeface="Aptos"/>
              </a:rPr>
              <a:t>The rep can identify reminder-ready doctors quickly and relaunch the WhatsApp handoff for follow-up outreach when needed.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52667A"/>
                </a:solidFill>
                <a:latin typeface="Aptos"/>
              </a:rPr>
              <a:t>In the current UI only `Opened` is disabled. `Sent` still posts the same share flow, so teach teams to use it deliberately as a resend shortcut while treating `Send Reminder` as the clearer follow-up state once the six-day threshold is reached.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Reminder-due doctor view showing the follow-up button for a previously shared collateral.</a:t>
            </a:r>
          </a:p>
        </p:txBody>
      </p:sp>
      <p:pic>
        <p:nvPicPr>
          <p:cNvPr id="10" name="Picture 9" descr="fieldrep-send-rem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`Send Reminder` action available after the share ages past the six-day threshold without a doctor view.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docs/product-user-flows/assets/field-rep-sharing-and-doctor-bulk-upload/fieldrep-send-reminder.png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5: Bulk-upload doctors when onboarding a campaign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Field Rep Sharing and Doctor Bulk Upload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393192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102A43"/>
                </a:solidFill>
                <a:latin typeface="Aptos"/>
              </a:rPr>
              <a:t>Open the Doctor Bulk Upload page, download the sample CSV if needed, and upload a prepared doctor file for the campaign.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102A43"/>
                </a:solidFill>
                <a:latin typeface="Aptos"/>
              </a:rPr>
              <a:t>A purpose-built bulk-upload form that explains the expected CSV columns and confirms successful ingestion.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102A43"/>
                </a:solidFill>
                <a:latin typeface="Aptos"/>
              </a:rPr>
              <a:t>Uploading a roster up front makes manual sharing dramatically faster once the campaign goes live.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102A43"/>
                </a:solidFill>
                <a:latin typeface="Aptos"/>
              </a:rPr>
              <a:t>The rep or operator can stage multiple doctors for the same campaign in one pass.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2667A"/>
                </a:solidFill>
                <a:latin typeface="Aptos"/>
              </a:rPr>
              <a:t>Use the bulk-upload step before the live sharing demo if you want the doctor list to look realistic without typing every doctor by hand.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Doctor bulk-upload screen with sample CSV guidance.</a:t>
            </a:r>
          </a:p>
        </p:txBody>
      </p:sp>
      <p:pic>
        <p:nvPicPr>
          <p:cNvPr id="10" name="Picture 9" descr="doctor-bulk-up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upload field and the expected column list.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docs/product-user-flows/assets/field-rep-sharing-and-doctor-bulk-upload/doctor-bulk-upload.png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Trainer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Field Rep Sharing and Doctor Bulk Upload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88720"/>
            <a:ext cx="109728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4B8A6"/>
                </a:solidFill>
                <a:latin typeface="Aptos"/>
              </a:rPr>
              <a:t>Facilitation notes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102412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>
                <a:solidFill>
                  <a:srgbClr val="102A43"/>
                </a:solidFill>
                <a:latin typeface="Aptos"/>
              </a:rPr>
              <a:t>Use a real-looking doctor list before your demo so the share screen feels grounded.</a:t>
            </a:r>
          </a:p>
          <a:p>
            <a:pPr algn="l"/>
            <a:r>
              <a:rPr sz="2200">
                <a:solidFill>
                  <a:srgbClr val="102A43"/>
                </a:solidFill>
                <a:latin typeface="Aptos"/>
              </a:rPr>
              <a:t>Remind trainees that changing the collateral dropdown recalculates the right-side statuses for that collateral and keeps the quick-send forms in sync.</a:t>
            </a:r>
          </a:p>
          <a:p>
            <a:pPr algn="l"/>
            <a:r>
              <a:rPr sz="2200">
                <a:solidFill>
                  <a:srgbClr val="102A43"/>
                </a:solidFill>
                <a:latin typeface="Aptos"/>
              </a:rPr>
              <a:t>Only `Opened` is disabled in the current template; `Sent` and `Send Reminder` are both actionable quick-send buttons.</a:t>
            </a:r>
          </a:p>
          <a:p>
            <a:pPr algn="l"/>
            <a:r>
              <a:rPr sz="2200">
                <a:solidFill>
                  <a:srgbClr val="102A43"/>
                </a:solidFill>
                <a:latin typeface="Aptos"/>
              </a:rPr>
              <a:t>Warn the audience that the product opens a WhatsApp deep link, which may leave the browser context during a live session.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Related documents: docs/product-user-flows/08-doctor-verification-and-collateral-consumption.md, backend/sharing_management/views.py, backend/sharing_management/templates/sharing_management/fieldrep_gmail_share_collateral.html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Validated against the Gmail/manual share flow and doctor bulk-upload page on 2026-04-23.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5303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What success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5448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The rep can explain how the collateral selector, doctor search, and status filter work together on the share page.</a:t>
            </a:r>
          </a:p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The audience understands the row-button lifecycle from `Send Message` to `Sent`, `Send Reminder`, and `Opened`.</a:t>
            </a:r>
          </a:p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The audience understands why the doctor's exact WhatsApp number matters.</a:t>
            </a:r>
          </a:p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The bulk-upload option is positioned as a preparation tool, not a separate reporting workflow.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92240" y="1143000"/>
            <a:ext cx="4937760" cy="3611880"/>
          </a:xfrm>
          <a:prstGeom prst="round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12280" y="1463040"/>
            <a:ext cx="4206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Use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12280" y="1828800"/>
            <a:ext cx="4069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docs/product-user-flows/08-doctor-verification-and-collateral-consumption.md</a:t>
            </a:r>
          </a:p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backend/sharing_management/views.py</a:t>
            </a:r>
          </a:p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backend/sharing_management/templates/sharing_management/fieldrep_gmail_share_collateral.html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69280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Validated against the Gmail/manual share flow and doctor bulk-upload page on 2026-04-23.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