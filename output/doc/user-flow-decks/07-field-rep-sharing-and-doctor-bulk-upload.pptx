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31520"/>
            <a:ext cx="164592" cy="51206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6720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Field Rep Sharing and Doctor Bulk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6537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Document the day-to-day field-rep workflow for choosing doctors, filtering the doctor work queue, sending collateral through WhatsApp, following up with reminders, and bulk-uploading doctor rosters.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206240"/>
            <a:ext cx="2377440" cy="45720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1596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Field Rep Journeys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6355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Primary user: Field reps and trainers running campaign distribution sessions.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4243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Generated: 2026-04-23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9601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Training Pack</a:t>
            </a:r>
          </a:p>
          <a:p>
            <a:pPr algn="ctr"/>
            <a:r>
              <a:rPr sz="1300">
                <a:solidFill>
                  <a:srgbClr val="52667A"/>
                </a:solidFill>
                <a:latin typeface="Aptos"/>
              </a:rPr>
              <a:t>Campaign-scoped Gmail share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route: `/share/fieldrep-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gmail-share-collateral/?bran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d_campaign_id=&lt;brand_campaig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n_id&gt;` plus `/share/dashboar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d/doctors/bulk-upload/?campa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ign=&lt;brand_campaign_id&gt;`.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Workflow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Field Rep Sharing and Doctor Bulk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Field reps and trainers running campaign distribution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Entry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Campaign-scoped Gmail share route: `/share/fieldrep-gmail-share-collateral/?brand_campaign_id=&lt;brand_campaign_id&gt;` plus `/share/dashboard/doctors/bulk-upload/?campaign=&lt;brand_campaign_id&gt;`.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Document the day-to-day field-rep workflow for choosing doctors, filtering the doctor work queue, sending collateral through WhatsApp, following up with reminders, and bulk-uploading doctor rosters.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11155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What to 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90672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Gmail share page is the campaign-aware workbench for choosing a doctor, choosing collateral, and launching the WhatsApp handoff.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left-side manual form is still a live path for entering a doctor name and WhatsApp number directly, choosing a collateral from the dropdown, and sending with the `Submit` button.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Doctors can be typed manually on the left-side form or reused from the rep's assigned doctor list on the right, where each row doubles as a quick-send shortcut.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right-side doctor statuses are collateral-specific and progress from `Send Message` to `Sent`, then to `Send Reminder` after six days without engagement, and finally to `Opened` once the doctor views the collateral.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Each quick-send action creates or reuses a short link, upserts the doctor record if needed, writes a ShareLog entry, and opens the WhatsApp deep link for that doctor and collateral.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public rep screens now include the support chatbot so reps and trainers can jump into help without leaving the workflow.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Bulk upload helps a rep or operator stage a doctor roster before manual sharing starts.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Source manual: docs/product-user-flows/07-field-rep-sharing-and-doctor-bulk-upload.md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1: Authenticate into the campaign share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Field Rep Sharing and Doctor Bulk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Use the Gmail login route for the selected campaign and land on the rep share screen.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A campaign-scoped page with the rep identity, available collateral, doctor-sharing controls, and the floating support chatbot.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This is the operational screen reps use most frequently during campaign outreach.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rep can see only the active collateral that belongs to the current campaign window.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If the list is empty, check the campaign assignment and collateral calendar windows before debugging anything else. If login fails outright, confirm the rep is assigned to the campaign.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Campaign share page after a successful Gmail/manual rep login.</a:t>
            </a:r>
          </a:p>
        </p:txBody>
      </p:sp>
      <p:pic>
        <p:nvPicPr>
          <p:cNvPr id="10" name="Picture 9" descr="fieldrep-gmail-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left-side share form, collateral picker, and help entry point at the top of the current screen.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docs/product-user-flows/assets/field-rep-sharing-and-doctor-bulk-upload/fieldrep-gmail-share.png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2: Prepare a manual share from the left-side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Field Rep Sharing and Doctor Bulk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Enter the doctor name, type the doctor's WhatsApp number, choose the collateral from the dropdown, and review the rep ID before clicking `Submit`.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The full left-side share form with the campaign ID, read-only Field Rep ID, doctor inputs, collateral selector, and the primary `Submit` button.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This is the explicit manual-share path when the doctor is not yet in the right-side roster or when the trainer wants to demonstrate the form fields one by one.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The rep is ready to send the selected collateral using the left-hand form without relying on a preloaded doctor row.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Emphasize that the collateral dropdown drives the entire page state. The same selected collateral also determines the right-side doctor statuses and the hidden values in the quick-send 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Left-side manual share form showing doctor inputs, collateral dropdown, and the Submit button.</a:t>
            </a:r>
          </a:p>
        </p:txBody>
      </p:sp>
      <p:pic>
        <p:nvPicPr>
          <p:cNvPr id="10" name="Picture 9" descr="fieldrep-send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explicit manual-send path that pairs a typed doctor with a selected collateral.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docs/product-user-flows/assets/field-rep-sharing-and-doctor-bulk-upload/fieldrep-send-form.png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3: Review the doctor queue and filter the worklist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Field Rep Sharing and Doctor Bulk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Use the right-side search box, status filter, and the shared collateral selector to find the doctor who needs action for the currently selected collateral.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A searchable doctor roster with row-level quick-send buttons labeled `Send Message`, `Sent`, `Send Reminder`, or `Opened` depending on the latest share and engagement state.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The right panel is the rep's live work queue. It shows who still needs a first send, who was contacted recently, who is ready for a reminder, and who already opened the collateral.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The rep can isolate the correct doctor and understand whether the next action is an initial send, a reminder, or no action at all.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Changing the collateral dropdown refreshes the page so the doctor-row statuses are recalculated for that asset. The right-side filter is a queue-management aid, not a separate data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Assigned doctor list with search, status filtering, and the live send-state buttons.</a:t>
            </a:r>
          </a:p>
        </p:txBody>
      </p:sp>
      <p:pic>
        <p:nvPicPr>
          <p:cNvPr id="10" name="Picture 9" descr="fieldrep-doctor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A mixed queue that shows `Send Message`, `Sent`, `Send Reminder`, and `Opened` for the currently selected collateral.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docs/product-user-flows/assets/field-rep-sharing-and-doctor-bulk-upload/fieldrep-doctor-status.png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4: Send the first collateral message with the Submit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Field Rep Sharing and Doctor Bulk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Complete the left-side doctor form and click `Submit` to send the currently selected collateral to a manually entered doctor.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A submit action that resolves the doctor phone number, creates or updates the doctor record, creates or reuses the short link and ShareLog entry, and redirects into a WhatsApp deep link for the chosen doctor.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This is the primary field-rep outcome: the doctor receives a trackable message that carries the right campaign, collateral, and rep context.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The rep launches WhatsApp with the configured collateral message and the right short link for the selected doctor.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This is the clearest slide for explaining the dropdown-based collateral choice and the `Submit` button. The manual form is also how the system can upsert a brand-new doctor into the rep's 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Manual share form immediately before the rep submits the first collateral message.</a:t>
            </a:r>
          </a:p>
        </p:txBody>
      </p:sp>
      <p:pic>
        <p:nvPicPr>
          <p:cNvPr id="10" name="Picture 9" descr="fieldrep-send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doctor details and collateral selection used by the Submit-based share 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docs/product-user-flows/assets/field-rep-sharing-and-doctor-bulk-upload/fieldrep-send-form.png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5: Use the right-side quick-send buttons and follow-up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Field Rep Sharing and Doctor Bulk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Click a doctor-row `Send Message` button for a first send, then revisit the same queue later to use the `Sent` and `Send Reminder` buttons as follow-up shortcuts.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A right-side work queue where first-send and follow-up actions reuse the currently selected collateral and launch the same WhatsApp handoff logic as the left form.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This is the fastest day-to-day sharing path once the rep's doctor roster is already loaded.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02A43"/>
                </a:solidFill>
                <a:latin typeface="Aptos"/>
              </a:rPr>
              <a:t>The rep can send, resend, or remind from the doctor list without retyping the doctor details.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The quick-send buttons on the right use the same POST flow as the left form. In the current UI only `Opened` is disabled; `Sent` is still actionable as a resend shortcut, while `Send Reminder` appears once the six-day threshold is reached.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Doctor queue filtered to the first-send state with an active Send Message button.</a:t>
            </a:r>
          </a:p>
        </p:txBody>
      </p:sp>
      <p:pic>
        <p:nvPicPr>
          <p:cNvPr id="10" name="Picture 9" descr="fieldrep-send-mes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row-level action that launches the quick-send version of the share 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docs/product-user-flows/assets/field-rep-sharing-and-doctor-bulk-upload/fieldrep-send-message.png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6: Interpret reminder and opened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Field Rep Sharing and Doctor Bulk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Return to the same doctor list after a share and use the row labels to decide whether a doctor needs a resend, a reminder, or no action.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A reminder-due queue where older unopened shares show `Send Reminder`, recently shared doctors can still show `Sent`, and engaged doctors show a disabled `Opened` button.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This is how reps decide whether to resend, remind, or move on without opening a separate report.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The rep can identify reminder-ready doctors quickly and avoid recontacting doctors who already opened the collateral.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Explain the age rule explicitly: the template changes from `Sent` to `Send Reminder` once the latest share is older than six days and there is still no doctor engagement for that collateral.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Reminder-due doctor view showing the follow-up state after the first share ages without engagement.</a:t>
            </a:r>
          </a:p>
        </p:txBody>
      </p:sp>
      <p:pic>
        <p:nvPicPr>
          <p:cNvPr id="10" name="Picture 9" descr="fieldrep-send-remi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`Send Reminder` action and the surrounding `Sent` and `Opened` status cues.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docs/product-user-flows/assets/field-rep-sharing-and-doctor-bulk-upload/fieldrep-send-reminder.png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7: Bulk-upload doctors when onboarding a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Field Rep Sharing and Doctor Bulk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Open the Doctor Bulk Upload page, download the sample CSV if needed, and upload a prepared doctor file for the campaign.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A purpose-built bulk-upload form that explains the expected CSV columns and confirms successful ingestion.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Uploading a roster up front makes manual sharing dramatically faster once the campaign goes live.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rep or operator can stage multiple doctors for the same campaign in one pass.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Use the bulk-upload step before the live sharing demo if you want the doctor list to look realistic without typing every doctor by hand.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Doctor bulk-upload screen with sample CSV guidance.</a:t>
            </a:r>
          </a:p>
        </p:txBody>
      </p:sp>
      <p:pic>
        <p:nvPicPr>
          <p:cNvPr id="10" name="Picture 9" descr="doctor-bulk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upload field and the expected column 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docs/product-user-flows/assets/field-rep-sharing-and-doctor-bulk-upload/doctor-bulk-upload.png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Trainer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Field Rep Sharing and Doctor Bulk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Aptos"/>
              </a:rPr>
              <a:t>Facilitation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Use a real-looking doctor list before your demo so the share screen feels grounded.</a:t>
            </a:r>
          </a:p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Remind trainees that changing the collateral dropdown recalculates the right-side statuses for that collateral and keeps the quick-send forms in sync.</a:t>
            </a:r>
          </a:p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Demonstrate the left-hand Submit flow before the right-side quick-send buttons so the audience understands both paths.</a:t>
            </a:r>
          </a:p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Only `Opened` is disabled in the current template; `Sent` and `Send Reminder` are both actionable quick-send buttons.</a:t>
            </a:r>
          </a:p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Warn the audience that the product opens a WhatsApp deep link, which may leave the browser context during a live session.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Related documents: docs/product-user-flows/08-doctor-verification-and-collateral-consumption.md, backend/sharing_management/views.py, backend/sharing_management/templates/sharing_management/fieldrep_gmail_share_collateral.html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Validated against the Gmail/manual share flow and doctor bulk-upload page on 2026-04-23.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What success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rep can explain how the left-side collateral selector and Submit flow work together on the share page.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rep can explain how the doctor search and status filter change the right-side work queue.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audience understands the row-button lifecycle from `Send Message` to `Sent`, `Send Reminder`, and `Opened`.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audience understands why the doctor's exact WhatsApp number matters.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bulk-upload option is positioned as a preparation tool, not a separate reporting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143000"/>
            <a:ext cx="4937760" cy="361188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4630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Use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828800"/>
            <a:ext cx="4069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docs/product-user-flows/08-doctor-verification-and-collateral-consumption.md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backend/sharing_management/views.py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backend/sharing_management/templates/sharing_management/fieldrep_gmail_share_collateral.html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Validated against the Gmail/manual share flow and doctor bulk-upload page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