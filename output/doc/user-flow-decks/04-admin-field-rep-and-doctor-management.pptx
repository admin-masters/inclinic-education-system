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731520"/>
            <a:ext cx="164592" cy="512064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67208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Admin Field Rep and Doctor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6537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Document how staff users maintain master field reps and the doctor lists attached to each rep.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377440" cy="45720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315968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Admin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6355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Primary user: Staff admins and training leads who support rep onboarding and doctor list maintenance.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74243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Generated: 2026-04-11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96012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1F33"/>
                </a:solidFill>
                <a:latin typeface="Aptos"/>
              </a:rPr>
              <a:t>Training Pack</a:t>
            </a:r>
          </a:p>
          <a:p>
            <a:pPr algn="ctr"/>
            <a:r>
              <a:rPr sz="1300">
                <a:solidFill>
                  <a:srgbClr val="52667A"/>
                </a:solidFill>
                <a:latin typeface="Aptos"/>
              </a:rPr>
              <a:t>Authenticated portal login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followed by `/admin_dashboar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d/fieldreps/` or `/admin_das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hboard/fieldreps/?campaign=&lt;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brand_campaign_id&gt;`.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Workflow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Admin Field Rep and Doctor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Primary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Staff admins and training leads who support rep onboarding and doctor list maintenance.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Entry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Authenticated portal login followed by `/admin_dashboard/fieldreps/` or `/admin_dashboard/fieldreps/?campaign=&lt;brand_campaign_id&gt;`.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Purpose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Document how staff users maintain master field reps and the doctor lists attached to each rep.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111556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88920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What to 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90672"/>
            <a:ext cx="106070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field-rep list is sourced from the master database and can be filtered by brand campaign.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Each field rep can be opened into a doctor-management screen backed by the portal doctor table.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screen is designed for campaign-scoped administration rather than open-ended browsing.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Doctor data maintained here becomes reusable context in the field-rep sharing screens.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Source manual: docs/product-user-flows/04-admin-field-rep-and-doctor-management.md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1: Open the field-rep list for a campaign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Admin Field Rep and Doctor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Navigate to the field-rep list and optionally keep the campaign filter in the URL.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table of master field reps with unique ID, field ID, Gmail ID, phone number, campaign mapping, and action buttons.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Campaign filtering reduces noise and keeps training focused on the reps that actually matter for a launch.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admin can see exactly which reps are assigned to the selected campaign.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The list mixes master-table data with a display-friendly campaign mapping string to make the assignment state easy to explain.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Field-rep administration list filtered to the active campaign.</a:t>
            </a:r>
          </a:p>
        </p:txBody>
      </p:sp>
      <p:pic>
        <p:nvPicPr>
          <p:cNvPr id="19" name="Picture 18" descr="fieldrep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Campaign-filtered rep inventory and the doctor management action.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docs/product-user-flows/assets/admin-field-rep-and-doctor-management/fieldrep-list.png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2: Review or create a field-rep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Admin Field Rep and Doctor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Open the add or edit field-rep form, confirm the contact details, and keep the campaign context intact.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standard field-rep form that writes back to the master data tables and preserves the campaign filter in the redirect.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Rep identity and campaign assignment need to be correct before any field-rep login or sharing flow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rep is active, reachable, and assigned to the right campaign.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In the current implementation, the campaign-aware add button may point to an external field-rep site instead of the local Django form; document whichever environment your training run actually uses.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Field-rep form used for create or update operations.</a:t>
            </a:r>
          </a:p>
        </p:txBody>
      </p:sp>
      <p:pic>
        <p:nvPicPr>
          <p:cNvPr id="19" name="Picture 18" descr="fieldrep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contact and identifier fields that define the rep record.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docs/product-user-flows/assets/admin-field-rep-and-doctor-management/fieldrep-form.png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3: Maintain the doctor list for a selected rep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Admin Field Rep and Doctor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Use the View Doctors action to add, edit, or remove doctors associated with the rep.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rep-specific doctor list and a compact add-doctor form on the same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Doctors created here become reusable share targets in the field-rep experience.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rep leaves with a clean doctor list that can support fast WhatsApp sharing.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This screen writes to the portal doctor table even though the rep itself lives in the master database.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Doctor maintenance screen for a selected field rep.</a:t>
            </a:r>
          </a:p>
        </p:txBody>
      </p:sp>
      <p:pic>
        <p:nvPicPr>
          <p:cNvPr id="19" name="Picture 18" descr="fieldrep-do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add-doctor form and existing doctor list tied to the rep.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docs/product-user-flows/assets/admin-field-rep-and-doctor-management/fieldrep-doctors.png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tos"/>
              </a:rPr>
              <a:t>Step 4: Validate the rep-to-doctor handoff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Admin Field Rep and Doctor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Confirm that the rep's identifiers match the field-rep sharing login and that the doctor list looks ready for distribution.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The rep record and doctor list aligned around a single campaign and rep identity.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If the rep cannot log in or the doctor list is wrong, the downstream sharing demo will be frustrating and misleading.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rep administration workflow is complete and ready to hand off to the field-rep training segment.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This is a good pause point to remind the audience that rep creation is master-data-driven while doctor maintenance is portal-data-driven.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Rep-specific doctor list prepared for the sharing workflow.</a:t>
            </a:r>
          </a:p>
        </p:txBody>
      </p:sp>
      <p:pic>
        <p:nvPicPr>
          <p:cNvPr id="19" name="Picture 18" descr="fieldrep-do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final state the field rep will rely on during outreach.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docs/product-user-flows/assets/admin-field-rep-and-doctor-management/fieldrep-doctors.png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Trainer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Admin Field Rep and Doctor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Aptos"/>
              </a:rPr>
              <a:t>Facilitation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241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Demonstrate the campaign filter before the doctor drill-down so the audience sees why the list is short and targeted.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Mention that doctor list maintenance here is the cleanest way to prepare a live sharing demo.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Related documents: docs/product-user-flows/07-field-rep-sharing-and-doctor-bulk-upload.md, backend/admin_dashboard/views.py, backend/campaign_management/master_models.py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Validated against the seeded staff-admin screens on 2026-04-11.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What success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Admins can explain where rep data lives versus where doctor data lives.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Campaign-filtered rep management is demonstrated clearly.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Doctor lists are ready before the field-rep share workflow begins.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143000"/>
            <a:ext cx="4937760" cy="361188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12280" y="146304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Use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182880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docs/product-user-flows/07-field-rep-sharing-and-doctor-bulk-upload.md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backend/admin_dashboard/views.py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backend/campaign_management/master_models.py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692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Validated against the seeded staff-admin screens on 2026-04-11.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